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77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27432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7432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0" y="27432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21040" y="27432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0" y="54864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0" y="54864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46720" y="54864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321040" y="54864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0" y="82296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772400" y="82296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82296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21040" y="82296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498080" y="109728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0" y="109728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109728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21040" y="1097280"/>
            <a:ext cx="91440" cy="91440"/>
          </a:xfrm>
          <a:prstGeom prst="ellipse">
            <a:avLst/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13716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Random Number Generation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640080" y="3063240"/>
            <a:ext cx="1645920" cy="5486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Inter-Process Correlations in Stochastic Simulations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CSC4760/5760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Numbers in Parallel Computing?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53035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(MC) methods dominate HPC workloads: finance, physics, ML training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requires each MPI rank / thread to generate independent RN streams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approach: seed each process with its rank → still correlated streams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between streams introduce systematic bias in estimators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provably independent, reproducible, high-quality streams at scale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27432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80760" y="12435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MC Simulation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80760" y="15361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10⁹ samples/rank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35040" y="2331720"/>
            <a:ext cx="27432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80760" y="23865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on Summit (2019)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80760" y="26791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~27,000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35040" y="3474720"/>
            <a:ext cx="27432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0760" y="35295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stream length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382219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&gt;10¹³ draws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PRNG Foundations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Congruential Generator (LCG):</a:t>
            </a:r>
            <a:endParaRPr lang="en-US" sz="14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x_{n+1} = (a · x_n + c) mod m</a:t>
            </a:r>
            <a:endParaRPr lang="en-US" sz="14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2³¹–1 (32-bit) → insufficient for parallel use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Mersenne Twister (MT19937):</a:t>
            </a:r>
            <a:endParaRPr lang="en-US" sz="14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2^19937 − 1,  state vector of 624 words</a:t>
            </a:r>
            <a:endParaRPr lang="en-US" sz="14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most statistical tests but fails BigCrush Linear Complexity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xoshiro / PCG family:</a:t>
            </a:r>
            <a:endParaRPr lang="en-US" sz="14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excellent, small state (128–256 bits), fast</a:t>
            </a:r>
            <a:endParaRPr lang="en-US" sz="14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jump-ahead for parallel streams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097280"/>
            <a:ext cx="3291840" cy="3749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32120" y="11704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DIEHARD / TestU01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Criteria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810512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0" y="17647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286000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22402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period (&gt;&gt; N²)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761488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27157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state space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3236976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31912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serial correlation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0" y="3712464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0" y="36667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dimensional equidistribution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4187952"/>
            <a:ext cx="164592" cy="16459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41422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jump-ahead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CC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P processes with seed = rank gives OVERLAPPING sequences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probability: Birthday paradox — O(√(period/P)) expected collision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non-overlapping LCG streams share polynomial relationships over GF(2)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cross-process correlations mimic physical correlations → biased physics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via: inter-stream spectral tests, pair correlation functions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3749040" cy="1737360"/>
          </a:xfrm>
          <a:prstGeom prst="rect">
            <a:avLst/>
          </a:prstGeom>
          <a:solidFill>
            <a:srgbClr val="2A0A0A"/>
          </a:solidFill>
          <a:ln w="12700">
            <a:solidFill>
              <a:srgbClr val="CC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Naïve Seeding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0: 1,2,3,4,5,6,7,8...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1: 3,4,5,6,7,8,9,10...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2: 5,6,7,8,9,10,11...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Highly overlapping!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3200400"/>
            <a:ext cx="4023360" cy="1737360"/>
          </a:xfrm>
          <a:prstGeom prst="rect">
            <a:avLst/>
          </a:prstGeom>
          <a:solidFill>
            <a:srgbClr val="0A1E0A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3246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Jump-Ahead / Block Splitting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6118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0: s₀, s₁, ... s_{L-1}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1: s_L, s_{L+1}, ... s_{2L-1}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2: s_{2L}, ... s_{3L-1}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AF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Non-overlapping, independent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Splitting Strategies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(Sequence) Splitting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sequence into P contiguous blocks of length 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 uses positions [pL, (p+1)L)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L &gt;&gt; correlation length of generator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Jump-ahead in O(log L) for LCG family:</a:t>
            </a:r>
            <a:endParaRPr lang="en-US" sz="13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x_{n+k} = aᵏ·x_n + c·(aᵏ−1)/(a−1)  mod 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Mersenne Twister via polynomial arithmetic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0" cy="3840480"/>
          </a:xfrm>
          <a:prstGeom prst="line">
            <a:avLst/>
          </a:prstGeom>
          <a:noFill/>
          <a:ln w="12700">
            <a:solidFill>
              <a:srgbClr val="8BA7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1155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Leapfrog (Stride) Method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 takes every P-th value: x_{p}, x_{p+P}, x_{p+2P}, ...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LCG: effectively runs a new LCG with aᴾ, cᴾ mod 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uniformity; may introduce higher-order correlations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inferior to block splitting for modern generators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useful for GPU warp-level parallelism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0D1B2A">
              <a:alpha val="85000"/>
            </a:srgbClr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Both strategies assume the underlying generator has LONG period &amp; GOOD statistics — garbage in, garbage out.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Counter-Based RNGs (CBRNG): The Modern Approach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good RNG is a bijection f : (key, counter) → output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state! Output at position n is computed independently from 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for rank p: f(key=p, counter=0,1,2,...) — trivially parallel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correlation by construction across streams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39319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Philox (D.E. Shaw Research)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integer multiply-high (mulhilo)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Philox-4×32-10: 10 rounds, passes BigCrush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ns/double on modern CPUs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in cuRAND (NVIDIA) &amp; oneMKL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834640"/>
            <a:ext cx="393192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28803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Threefry (Random123 Library)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324612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cipher (Threefish-derived) iterated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Threefry-4×64-20: 20 rounds, cryptographic quality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Embarrassingly parallel: no communication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Header-only C library; trivial GPU porting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SPRNG Library &amp; Cryptographic Generators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SPRNG 2.0 (Scalable Parallel RNG)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specifically for distributed memory MC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Provides: LFG, LCG48, PMLCG, MLFG, CMRG generators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Fibonacci Generator (LFG): x_n = x_{n-k} ⊕ x_{n-l}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CMRG (L'Ecuyer): combines 2 MRGs, period ≈ 2¹⁹¹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MPI-aware spawn: each rank gets guaranteed independent stream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4069080"/>
            <a:ext cx="4389120" cy="868680"/>
          </a:xfrm>
          <a:prstGeom prst="rect">
            <a:avLst/>
          </a:prstGeom>
          <a:solidFill>
            <a:srgbClr val="1E3A4A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142232"/>
            <a:ext cx="420624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SPRNG usage (C)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init_sprng(CMRG, 0, nprocs, seed, SPRNG_DEFAULT);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x = sprng();   // draw in [0,1)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free_sprng(stream);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0" cy="3840480"/>
          </a:xfrm>
          <a:prstGeom prst="line">
            <a:avLst/>
          </a:prstGeom>
          <a:noFill/>
          <a:ln w="12700">
            <a:solidFill>
              <a:srgbClr val="8BA7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0" y="1115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AES-CTR / ChaCha20 (CS-PRNGs)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12080" y="15087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strong → zero cross-stream correlation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AES-NI hardware support: ~1 cycle/byte on modern x86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security-sensitive simulations (e.g. ZKP, cryptosystem testing)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~3-5× slower than Philox for pure throughput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MKL VSL: VSL_BRNG_ARS5 (AES-based)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2080" y="4069080"/>
            <a:ext cx="3657600" cy="868680"/>
          </a:xfrm>
          <a:prstGeom prst="rect">
            <a:avLst/>
          </a:prstGeom>
          <a:solidFill>
            <a:srgbClr val="1E3A4A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1" y="4069080"/>
            <a:ext cx="3474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Intel MKL ARS5 stream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vslNewStream(&amp;stream,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VSL_BRNG_ARS5, seed);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vdRngUniform(METHOD,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stream, n, r, 0.0, 1.0);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 of Parallel Streams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Single-stream tests (BigCrush in TestU01) are necessary but NOT sufficient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Inter-stream tests explicitly probe correlations between rank streams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24688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Probes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LCG (naive)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Philox / Threefry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BigCrush (TestU01)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battery 106 tests, 1 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fails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test (inter-stream)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Lattice structure in k-tuples across streams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DIEHARDER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Overlapping sums, ranks of matrices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PractRand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Bit-level anomalies, sequential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TESTU01 Crush (inter)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Pairs of streams: sum &amp; correlation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GPU-Specific Considerations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CUDA thread needs its own independent sub-stream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10⁴–10⁵ streams needed per GPU → state initialization dominates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cuRAND provides 3 strategies: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41248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8BA7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28600" cy="621792"/>
          </a:xfrm>
          <a:prstGeom prst="rect">
            <a:avLst/>
          </a:prstGeom>
          <a:solidFill>
            <a:srgbClr val="8BA7BA"/>
          </a:solidFill>
          <a:ln w="12700">
            <a:solidFill>
              <a:srgbClr val="8BA7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1305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XORWOW (default)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237744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32-bit, fast, uses block-offsets per thread; not recommended for strict independence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798064"/>
            <a:ext cx="841248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798064"/>
            <a:ext cx="228600" cy="6217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28254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Philox-4×32-10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30723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Counter-based: curand_init(seed, thread_id, 0, &amp;state) — O(1) init, zero cross-thread correlation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8412480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493008"/>
            <a:ext cx="228600" cy="621792"/>
          </a:xfrm>
          <a:prstGeom prst="rect">
            <a:avLst/>
          </a:prstGeom>
          <a:solidFill>
            <a:srgbClr val="F4A127"/>
          </a:solidFill>
          <a:ln w="12700">
            <a:solidFill>
              <a:srgbClr val="F4A1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520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1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MTGP32 (Mersenne Twister for GPU)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37673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shared per thread block; high quality but complex kernel synchronization needed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41648"/>
            <a:ext cx="8412480" cy="914400"/>
          </a:xfrm>
          <a:prstGeom prst="rect">
            <a:avLst/>
          </a:prstGeom>
          <a:solidFill>
            <a:srgbClr val="1E3A4A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cuRAND Philox — one stream per thread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__global__ void kernel(curandStatePhilox4_32_10_t *states)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tid = blockIdx.x*blockDim.x + threadIdx.x;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curand_init(seed, tid, 0, &amp;states[tid]);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x = curand_uniform(&amp;states[tid]);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9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in Parallel Simulations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reproducibility demands bit-identical results across runs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process count changes → stream partitioning changes → different results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use task-indexed counter-based RNGs — assign stream by task ID, not rank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ID is independent of processor count → same random numbers per task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deterministic MPI collectives (use known algorithms, not hardware-optimized)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library version, seed, task mapping — include in reproducibility section of paper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0" y="1115568"/>
            <a:ext cx="32004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0" y="11887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15000" y="1627632"/>
            <a:ext cx="3063240" cy="402336"/>
          </a:xfrm>
          <a:prstGeom prst="rect">
            <a:avLst/>
          </a:prstGeom>
          <a:solidFill>
            <a:srgbClr val="122436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0" y="165506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 Use CBRNG (Philox / Threefry)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15000" y="2130552"/>
            <a:ext cx="3063240" cy="402336"/>
          </a:xfrm>
          <a:prstGeom prst="rect">
            <a:avLst/>
          </a:prstGeom>
          <a:solidFill>
            <a:srgbClr val="122436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15798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 Assign stream by task, not rank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15000" y="2633472"/>
            <a:ext cx="3063240" cy="402336"/>
          </a:xfrm>
          <a:prstGeom prst="rect">
            <a:avLst/>
          </a:prstGeom>
          <a:solidFill>
            <a:srgbClr val="122436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266090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 Store seed + counter state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15000" y="3136392"/>
            <a:ext cx="3063240" cy="402336"/>
          </a:xfrm>
          <a:prstGeom prst="rect">
            <a:avLst/>
          </a:prstGeom>
          <a:solidFill>
            <a:srgbClr val="122436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0" y="316382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 Test with 2× more processes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15000" y="3639312"/>
            <a:ext cx="3063240" cy="402336"/>
          </a:xfrm>
          <a:prstGeom prst="rect">
            <a:avLst/>
          </a:prstGeom>
          <a:solidFill>
            <a:srgbClr val="122436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3666744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 Publish RNG details in paper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881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108813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parallel seeding creates correlated streams → biased Monte Carlo estimates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41248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367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Splitting: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468880" y="163677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a long sequence; requires jump-ahead capability (O(log L) for LCG)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841248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1854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Leapfrog: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68880" y="218541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by P; simpler but can introduce higher-order correlations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841248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734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CBRNG (Recommended):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273405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Philox / Threefry: stateless, trivially parallel, proven uncorrelated streams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282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68880" y="3282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SPRNG (MPI-focused), cuRAND / MKL VSL (GPU/CPU), Random123 (header-only)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841248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3831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68880" y="383133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inter-stream tests (TestU01 parallel suite), not just single-stream tests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4343400"/>
            <a:ext cx="8412480" cy="475488"/>
          </a:xfrm>
          <a:prstGeom prst="rect">
            <a:avLst/>
          </a:prstGeom>
          <a:solidFill>
            <a:srgbClr val="1B2E4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43799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C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468880" y="437997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streams by task ID, not MPI process rank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1343</Words>
  <Application>Microsoft Macintosh PowerPoint</Application>
  <PresentationFormat>On-screen Show (16:9)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Random Number Generation</dc:title>
  <dc:subject>PptxGenJS Presentation</dc:subject>
  <dc:creator>PptxGenJS</dc:creator>
  <cp:lastModifiedBy>Anthony Skjellum</cp:lastModifiedBy>
  <cp:revision>5</cp:revision>
  <dcterms:created xsi:type="dcterms:W3CDTF">2026-04-08T16:49:55Z</dcterms:created>
  <dcterms:modified xsi:type="dcterms:W3CDTF">2026-04-08T20:50:34Z</dcterms:modified>
</cp:coreProperties>
</file>