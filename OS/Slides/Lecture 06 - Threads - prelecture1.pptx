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97" r:id="rId4"/>
    <p:sldId id="296" r:id="rId5"/>
    <p:sldId id="298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99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8" r:id="rId37"/>
    <p:sldId id="289" r:id="rId38"/>
    <p:sldId id="290" r:id="rId39"/>
    <p:sldId id="293" r:id="rId40"/>
    <p:sldId id="295" r:id="rId41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228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685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1143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1600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31"/>
    <p:restoredTop sz="94966"/>
  </p:normalViewPr>
  <p:slideViewPr>
    <p:cSldViewPr snapToGrid="0">
      <p:cViewPr varScale="1">
        <p:scale>
          <a:sx n="121" d="100"/>
          <a:sy n="121" d="100"/>
        </p:scale>
        <p:origin x="1528" y="184"/>
      </p:cViewPr>
      <p:guideLst/>
    </p:cSldViewPr>
  </p:slideViewPr>
  <p:outlineViewPr>
    <p:cViewPr>
      <p:scale>
        <a:sx n="33" d="100"/>
        <a:sy n="33" d="100"/>
      </p:scale>
      <p:origin x="0" y="-668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6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16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16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16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16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16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16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16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16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8" name="Shape 8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marL="42369" marR="42369" defTabSz="914400">
              <a:spcBef>
                <a:spcPts val="400"/>
              </a:spcBef>
              <a:buClr>
                <a:srgbClr val="000000"/>
              </a:buClr>
              <a:buFont typeface="Arial"/>
              <a:defRPr sz="1200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This is the outline of today’s class. 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>
            <a:lvl2pPr marL="783590" indent="-285750">
              <a:spcBef>
                <a:spcPts val="400"/>
              </a:spcBef>
              <a:buChar char="–"/>
              <a:defRPr sz="2000"/>
            </a:lvl2pPr>
            <a:lvl3pPr marL="1183639" indent="-228600">
              <a:spcBef>
                <a:spcPts val="400"/>
              </a:spcBef>
              <a:defRPr sz="1800"/>
            </a:lvl3pPr>
            <a:lvl4pPr marL="1640839" indent="-228600">
              <a:spcBef>
                <a:spcPts val="300"/>
              </a:spcBef>
              <a:buChar char="–"/>
              <a:defRPr sz="1600"/>
            </a:lvl4pPr>
            <a:lvl5pPr marL="2098039" indent="-228600">
              <a:spcBef>
                <a:spcPts val="300"/>
              </a:spcBef>
              <a:buChar char="»"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29898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defRPr sz="1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 spd="med"/>
  <p:txStyles>
    <p:titleStyle>
      <a:lvl1pPr marL="40639" marR="40639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1pPr>
      <a:lvl2pPr marL="40639" marR="40639" indent="228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2pPr>
      <a:lvl3pPr marL="40639" marR="40639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3pPr>
      <a:lvl4pPr marL="40639" marR="40639" indent="685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4pPr>
      <a:lvl5pPr marL="40639" marR="40639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5pPr>
      <a:lvl6pPr marL="40639" marR="40639" indent="11430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6pPr>
      <a:lvl7pPr marL="40639" marR="40639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7pPr>
      <a:lvl8pPr marL="40639" marR="40639" indent="1600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8pPr>
      <a:lvl9pPr marL="40639" marR="40639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9pPr>
    </p:titleStyle>
    <p:bodyStyle>
      <a:lvl1pPr marL="383540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1pPr>
      <a:lvl2pPr marL="840739" marR="40639" indent="-34289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2pPr>
      <a:lvl3pPr marL="1259839" marR="40639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3pPr>
      <a:lvl4pPr marL="17551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4pPr>
      <a:lvl5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5pPr>
      <a:lvl6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6pPr>
      <a:lvl7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7pPr>
      <a:lvl8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8pPr>
      <a:lvl9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9pPr>
    </p:bodyStyle>
    <p:otherStyle>
      <a:lvl1pPr marL="0" marR="0" indent="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1pPr>
      <a:lvl2pPr marL="0" marR="0" indent="228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2pPr>
      <a:lvl3pPr marL="0" marR="0" indent="457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3pPr>
      <a:lvl4pPr marL="0" marR="0" indent="685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4pPr>
      <a:lvl5pPr marL="0" marR="0" indent="9144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5pPr>
      <a:lvl6pPr marL="0" marR="0" indent="11430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6pPr>
      <a:lvl7pPr marL="0" marR="0" indent="1371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7pPr>
      <a:lvl8pPr marL="0" marR="0" indent="1600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8pPr>
      <a:lvl9pPr marL="0" marR="0" indent="1828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77" name="CSE 521 - Operating Systems Fall 2022"/>
          <p:cNvSpPr txBox="1">
            <a:spLocks noGrp="1"/>
          </p:cNvSpPr>
          <p:nvPr>
            <p:ph type="title"/>
          </p:nvPr>
        </p:nvSpPr>
        <p:spPr>
          <a:xfrm>
            <a:off x="647700" y="0"/>
            <a:ext cx="7772400" cy="1822450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CSE 521 - Operating Systems</a:t>
            </a:r>
            <a:br>
              <a:rPr dirty="0"/>
            </a:br>
            <a:r>
              <a:rPr dirty="0"/>
              <a:t>Fall 202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78" name="Tevfik Koşar"/>
          <p:cNvSpPr txBox="1">
            <a:spLocks noGrp="1"/>
          </p:cNvSpPr>
          <p:nvPr>
            <p:ph type="body" sz="half" idx="1"/>
          </p:nvPr>
        </p:nvSpPr>
        <p:spPr>
          <a:xfrm>
            <a:off x="1379537" y="3157080"/>
            <a:ext cx="6400801" cy="2425700"/>
          </a:xfrm>
          <a:prstGeom prst="rect">
            <a:avLst/>
          </a:prstGeom>
        </p:spPr>
        <p:txBody>
          <a:bodyPr/>
          <a:lstStyle>
            <a:lvl1pPr marL="40639" indent="0" algn="ctr">
              <a:buClr>
                <a:srgbClr val="727272"/>
              </a:buClr>
              <a:buSzTx/>
              <a:buFont typeface="Trebuchet MS"/>
              <a:buNone/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lang="en-US" sz="1400" dirty="0"/>
              <a:t>Created by Dr. </a:t>
            </a:r>
            <a:r>
              <a:rPr sz="1400" dirty="0" err="1"/>
              <a:t>Tevfik</a:t>
            </a:r>
            <a:r>
              <a:rPr sz="1400" dirty="0"/>
              <a:t> </a:t>
            </a:r>
            <a:r>
              <a:rPr sz="1400" dirty="0" err="1"/>
              <a:t>Koşar</a:t>
            </a:r>
            <a:endParaRPr lang="en-US" sz="1400" dirty="0"/>
          </a:p>
          <a:p>
            <a:endParaRPr lang="en-US" sz="1200" dirty="0"/>
          </a:p>
          <a:p>
            <a:r>
              <a:rPr lang="en-US" sz="3200" dirty="0"/>
              <a:t>Presented By </a:t>
            </a:r>
          </a:p>
          <a:p>
            <a:r>
              <a:rPr lang="en-US" sz="3200" dirty="0"/>
              <a:t>Dr. </a:t>
            </a:r>
            <a:r>
              <a:rPr lang="en-US" sz="3200" dirty="0" err="1"/>
              <a:t>Zulkar</a:t>
            </a:r>
            <a:r>
              <a:rPr lang="en-US" sz="3200" dirty="0"/>
              <a:t> Nine</a:t>
            </a:r>
            <a:endParaRPr sz="3200" dirty="0"/>
          </a:p>
        </p:txBody>
      </p:sp>
      <p:sp>
        <p:nvSpPr>
          <p:cNvPr id="79" name="Rectangle"/>
          <p:cNvSpPr/>
          <p:nvPr/>
        </p:nvSpPr>
        <p:spPr>
          <a:xfrm>
            <a:off x="7472362" y="6307137"/>
            <a:ext cx="1671638" cy="5508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40639" marR="40639" defTabSz="914400"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80" name="University at Buffalo…"/>
          <p:cNvSpPr txBox="1"/>
          <p:nvPr/>
        </p:nvSpPr>
        <p:spPr>
          <a:xfrm>
            <a:off x="1379537" y="5789612"/>
            <a:ext cx="640080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39" marR="40639" algn="ctr" defTabSz="914400">
              <a:spcBef>
                <a:spcPts val="500"/>
              </a:spcBef>
              <a:buClr>
                <a:srgbClr val="00A8AA"/>
              </a:buClr>
              <a:buFont typeface="Trebuchet MS"/>
              <a:defRPr sz="2400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sz="2000" dirty="0">
              <a:solidFill>
                <a:srgbClr val="00A8AA"/>
              </a:solidFill>
              <a:uFill>
                <a:solidFill>
                  <a:srgbClr val="00A8AA"/>
                </a:solidFill>
              </a:uFill>
              <a:latin typeface="+mn-lt"/>
              <a:ea typeface="+mn-ea"/>
              <a:cs typeface="+mn-cs"/>
              <a:sym typeface="Trebuchet MS"/>
            </a:endParaRPr>
          </a:p>
        </p:txBody>
      </p:sp>
      <p:sp>
        <p:nvSpPr>
          <p:cNvPr id="81" name="Lecture - IV Threads"/>
          <p:cNvSpPr txBox="1"/>
          <p:nvPr/>
        </p:nvSpPr>
        <p:spPr>
          <a:xfrm>
            <a:off x="760412" y="2031544"/>
            <a:ext cx="7772401" cy="12105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639" marR="40639" algn="ctr" defTabSz="914400">
              <a:buClr>
                <a:srgbClr val="4180FF"/>
              </a:buClr>
              <a:buFont typeface="Copperplate Gothic Light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Lecture - </a:t>
            </a:r>
            <a:r>
              <a:rPr lang="en-US"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9</a:t>
            </a:r>
            <a:b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</a:br>
            <a:r>
              <a:rPr sz="48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Threads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84" name="Road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Roadmap</a:t>
            </a:r>
          </a:p>
        </p:txBody>
      </p:sp>
      <p:sp>
        <p:nvSpPr>
          <p:cNvPr id="85" name="Thread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Why do we need them?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Threads vs Processes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Threading Examples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Threading Implementation &amp; Multi-threading Models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Other Threading Issues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cancellation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Signal handling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pools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specific data</a:t>
            </a:r>
          </a:p>
        </p:txBody>
      </p:sp>
      <p:pic>
        <p:nvPicPr>
          <p:cNvPr id="86" name="roadmap.jpg" descr="roadmap.jp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573837" y="4533900"/>
            <a:ext cx="2259013" cy="17795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F28B4-C6B3-1F0A-EFA0-71CD296B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3FA7A-30C8-938B-635A-6BEB943CF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classical view, One program (run inside a process)</a:t>
            </a:r>
          </a:p>
          <a:p>
            <a:pPr lvl="1"/>
            <a:r>
              <a:rPr lang="en-US" dirty="0"/>
              <a:t>has single line of execution. </a:t>
            </a:r>
          </a:p>
          <a:p>
            <a:pPr lvl="1"/>
            <a:r>
              <a:rPr lang="en-US" dirty="0"/>
              <a:t>Works sequentially</a:t>
            </a:r>
          </a:p>
          <a:p>
            <a:r>
              <a:rPr lang="en-US" dirty="0"/>
              <a:t>Program can use threads </a:t>
            </a:r>
          </a:p>
          <a:p>
            <a:pPr lvl="1"/>
            <a:r>
              <a:rPr lang="en-US" dirty="0"/>
              <a:t>To do multiple works simultaneously </a:t>
            </a:r>
          </a:p>
          <a:p>
            <a:pPr lvl="1"/>
            <a:r>
              <a:rPr lang="en-US" dirty="0"/>
              <a:t>Like web browser can run multiple tabs at once.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23327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2291D-9651-743A-3091-55C447F6A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-248585"/>
            <a:ext cx="8229600" cy="1508126"/>
          </a:xfrm>
        </p:spPr>
        <p:txBody>
          <a:bodyPr/>
          <a:lstStyle/>
          <a:p>
            <a:r>
              <a:rPr lang="en-US" dirty="0"/>
              <a:t>Why Do we need threads?</a:t>
            </a:r>
          </a:p>
        </p:txBody>
      </p:sp>
      <p:pic>
        <p:nvPicPr>
          <p:cNvPr id="6" name="Picture 5" descr="A whiteboard with red text and numbers&#10;&#10;AI-generated content may be incorrect.">
            <a:extLst>
              <a:ext uri="{FF2B5EF4-FFF2-40B4-BE49-F238E27FC236}">
                <a16:creationId xmlns:a16="http://schemas.microsoft.com/office/drawing/2014/main" id="{D20A7DFD-D296-33B3-2C72-FC0F966FD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7610"/>
            <a:ext cx="7772400" cy="384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8429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2291D-9651-743A-3091-55C447F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threads?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BED09-AF35-80F8-AA89-8B8FF924D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Parallelism inside programs</a:t>
            </a:r>
          </a:p>
          <a:p>
            <a:pPr marL="4064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white board with writing on it&#10;&#10;AI-generated content may be incorrect.">
            <a:extLst>
              <a:ext uri="{FF2B5EF4-FFF2-40B4-BE49-F238E27FC236}">
                <a16:creationId xmlns:a16="http://schemas.microsoft.com/office/drawing/2014/main" id="{87799DE6-A782-7E05-67F8-B2A5C5358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" y="1600200"/>
            <a:ext cx="7772400" cy="396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9811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91" name="Concurrent Programming"/>
          <p:cNvSpPr txBox="1">
            <a:spLocks noGrp="1"/>
          </p:cNvSpPr>
          <p:nvPr>
            <p:ph type="title"/>
          </p:nvPr>
        </p:nvSpPr>
        <p:spPr>
          <a:xfrm>
            <a:off x="457200" y="142875"/>
            <a:ext cx="8229600" cy="1406525"/>
          </a:xfrm>
          <a:prstGeom prst="rect">
            <a:avLst/>
          </a:prstGeom>
        </p:spPr>
        <p:txBody>
          <a:bodyPr/>
          <a:lstStyle/>
          <a:p>
            <a:r>
              <a:rPr lang="en-US" sz="2400" dirty="0"/>
              <a:t>Why Do we need threads?</a:t>
            </a:r>
            <a:br>
              <a:rPr lang="en-US" sz="2400" dirty="0"/>
            </a:br>
            <a:r>
              <a:rPr dirty="0"/>
              <a:t>Concurrent Programming</a:t>
            </a:r>
          </a:p>
        </p:txBody>
      </p:sp>
      <p:sp>
        <p:nvSpPr>
          <p:cNvPr id="92" name="In certain cases, a single application may need to run several tasks at the same time"/>
          <p:cNvSpPr txBox="1">
            <a:spLocks noGrp="1"/>
          </p:cNvSpPr>
          <p:nvPr>
            <p:ph type="body" sz="half" idx="1"/>
          </p:nvPr>
        </p:nvSpPr>
        <p:spPr>
          <a:xfrm>
            <a:off x="137318" y="1308100"/>
            <a:ext cx="8547101" cy="259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dirty="0"/>
              <a:t>In certain cases, a single application may need to run several tasks at the same time </a:t>
            </a:r>
          </a:p>
        </p:txBody>
      </p:sp>
      <p:grpSp>
        <p:nvGrpSpPr>
          <p:cNvPr id="122" name="Group"/>
          <p:cNvGrpSpPr/>
          <p:nvPr/>
        </p:nvGrpSpPr>
        <p:grpSpPr>
          <a:xfrm>
            <a:off x="2024062" y="2501900"/>
            <a:ext cx="3632201" cy="2416175"/>
            <a:chOff x="0" y="0"/>
            <a:chExt cx="3632199" cy="2416175"/>
          </a:xfrm>
        </p:grpSpPr>
        <p:sp>
          <p:nvSpPr>
            <p:cNvPr id="93" name="Oval"/>
            <p:cNvSpPr/>
            <p:nvPr/>
          </p:nvSpPr>
          <p:spPr>
            <a:xfrm>
              <a:off x="0" y="179548"/>
              <a:ext cx="361314" cy="284549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4" name="Oval"/>
            <p:cNvSpPr/>
            <p:nvPr/>
          </p:nvSpPr>
          <p:spPr>
            <a:xfrm>
              <a:off x="0" y="631078"/>
              <a:ext cx="361314" cy="284549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5" name="Oval"/>
            <p:cNvSpPr/>
            <p:nvPr/>
          </p:nvSpPr>
          <p:spPr>
            <a:xfrm>
              <a:off x="0" y="1076084"/>
              <a:ext cx="361314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6" name="Oval"/>
            <p:cNvSpPr/>
            <p:nvPr/>
          </p:nvSpPr>
          <p:spPr>
            <a:xfrm>
              <a:off x="0" y="1972136"/>
              <a:ext cx="361314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7" name="Oval"/>
            <p:cNvSpPr/>
            <p:nvPr/>
          </p:nvSpPr>
          <p:spPr>
            <a:xfrm>
              <a:off x="0" y="1527130"/>
              <a:ext cx="361314" cy="284549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8" name="Oval"/>
            <p:cNvSpPr/>
            <p:nvPr/>
          </p:nvSpPr>
          <p:spPr>
            <a:xfrm>
              <a:off x="2188761" y="0"/>
              <a:ext cx="361314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99" name="Oval"/>
            <p:cNvSpPr/>
            <p:nvPr/>
          </p:nvSpPr>
          <p:spPr>
            <a:xfrm>
              <a:off x="2729823" y="426035"/>
              <a:ext cx="361315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0" name="Oval"/>
            <p:cNvSpPr/>
            <p:nvPr/>
          </p:nvSpPr>
          <p:spPr>
            <a:xfrm>
              <a:off x="1647880" y="284063"/>
              <a:ext cx="361314" cy="28442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1" name="Oval"/>
            <p:cNvSpPr/>
            <p:nvPr/>
          </p:nvSpPr>
          <p:spPr>
            <a:xfrm>
              <a:off x="2167881" y="718557"/>
              <a:ext cx="361314" cy="284549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2" name="Oval"/>
            <p:cNvSpPr/>
            <p:nvPr/>
          </p:nvSpPr>
          <p:spPr>
            <a:xfrm>
              <a:off x="3270886" y="852071"/>
              <a:ext cx="361314" cy="284548"/>
            </a:xfrm>
            <a:prstGeom prst="ellips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103" name="1"/>
            <p:cNvSpPr txBox="1"/>
            <p:nvPr/>
          </p:nvSpPr>
          <p:spPr>
            <a:xfrm>
              <a:off x="2231719" y="64038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04" name="1"/>
            <p:cNvSpPr txBox="1"/>
            <p:nvPr/>
          </p:nvSpPr>
          <p:spPr>
            <a:xfrm>
              <a:off x="35242" y="244070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1</a:t>
              </a:r>
            </a:p>
          </p:txBody>
        </p:sp>
        <p:sp>
          <p:nvSpPr>
            <p:cNvPr id="105" name="2"/>
            <p:cNvSpPr txBox="1"/>
            <p:nvPr/>
          </p:nvSpPr>
          <p:spPr>
            <a:xfrm>
              <a:off x="1700189" y="362480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06" name="3"/>
            <p:cNvSpPr txBox="1"/>
            <p:nvPr/>
          </p:nvSpPr>
          <p:spPr>
            <a:xfrm>
              <a:off x="2786036" y="500585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07" name="2"/>
            <p:cNvSpPr txBox="1"/>
            <p:nvPr/>
          </p:nvSpPr>
          <p:spPr>
            <a:xfrm>
              <a:off x="35242" y="700070"/>
              <a:ext cx="292101" cy="198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2</a:t>
              </a:r>
            </a:p>
          </p:txBody>
        </p:sp>
        <p:sp>
          <p:nvSpPr>
            <p:cNvPr id="108" name="4"/>
            <p:cNvSpPr txBox="1"/>
            <p:nvPr/>
          </p:nvSpPr>
          <p:spPr>
            <a:xfrm>
              <a:off x="2206936" y="785616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09" name="5"/>
            <p:cNvSpPr txBox="1"/>
            <p:nvPr/>
          </p:nvSpPr>
          <p:spPr>
            <a:xfrm>
              <a:off x="3292783" y="928071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110" name="3"/>
            <p:cNvSpPr txBox="1"/>
            <p:nvPr/>
          </p:nvSpPr>
          <p:spPr>
            <a:xfrm>
              <a:off x="35242" y="1155587"/>
              <a:ext cx="292101" cy="1982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3</a:t>
              </a:r>
            </a:p>
          </p:txBody>
        </p:sp>
        <p:sp>
          <p:nvSpPr>
            <p:cNvPr id="111" name="4"/>
            <p:cNvSpPr txBox="1"/>
            <p:nvPr/>
          </p:nvSpPr>
          <p:spPr>
            <a:xfrm>
              <a:off x="35242" y="1611588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4</a:t>
              </a:r>
            </a:p>
          </p:txBody>
        </p:sp>
        <p:sp>
          <p:nvSpPr>
            <p:cNvPr id="112" name="5"/>
            <p:cNvSpPr txBox="1"/>
            <p:nvPr/>
          </p:nvSpPr>
          <p:spPr>
            <a:xfrm>
              <a:off x="71464" y="2039678"/>
              <a:ext cx="292101" cy="198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12700" tIns="12700" rIns="12700" bIns="12700" numCol="1" anchor="t">
              <a:spAutoFit/>
            </a:bodyPr>
            <a:lstStyle>
              <a:lvl1pPr algn="ctr" defTabSz="914400">
                <a:buClr>
                  <a:srgbClr val="727272"/>
                </a:buClr>
                <a:buFont typeface="Arial"/>
                <a:defRPr b="1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5</a:t>
              </a:r>
            </a:p>
          </p:txBody>
        </p:sp>
        <p:sp>
          <p:nvSpPr>
            <p:cNvPr id="113" name="Line"/>
            <p:cNvSpPr/>
            <p:nvPr/>
          </p:nvSpPr>
          <p:spPr>
            <a:xfrm>
              <a:off x="182835" y="480528"/>
              <a:ext cx="727" cy="14306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Line"/>
            <p:cNvSpPr/>
            <p:nvPr/>
          </p:nvSpPr>
          <p:spPr>
            <a:xfrm>
              <a:off x="182835" y="925533"/>
              <a:ext cx="727" cy="14306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5" name="Line"/>
            <p:cNvSpPr/>
            <p:nvPr/>
          </p:nvSpPr>
          <p:spPr>
            <a:xfrm>
              <a:off x="182835" y="1821706"/>
              <a:ext cx="727" cy="14293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6" name="Line"/>
            <p:cNvSpPr/>
            <p:nvPr/>
          </p:nvSpPr>
          <p:spPr>
            <a:xfrm>
              <a:off x="182835" y="2273236"/>
              <a:ext cx="727" cy="14293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7" name="Line"/>
            <p:cNvSpPr/>
            <p:nvPr/>
          </p:nvSpPr>
          <p:spPr>
            <a:xfrm>
              <a:off x="182835" y="1376580"/>
              <a:ext cx="727" cy="143060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8" name="Line"/>
            <p:cNvSpPr/>
            <p:nvPr/>
          </p:nvSpPr>
          <p:spPr>
            <a:xfrm flipH="1">
              <a:off x="2011735" y="251561"/>
              <a:ext cx="217697" cy="142939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9" name="Line"/>
            <p:cNvSpPr/>
            <p:nvPr/>
          </p:nvSpPr>
          <p:spPr>
            <a:xfrm>
              <a:off x="2468915" y="251561"/>
              <a:ext cx="290141" cy="2284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0" name="Line"/>
            <p:cNvSpPr/>
            <p:nvPr/>
          </p:nvSpPr>
          <p:spPr>
            <a:xfrm>
              <a:off x="3017603" y="703091"/>
              <a:ext cx="290141" cy="22848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1" name="Line"/>
            <p:cNvSpPr/>
            <p:nvPr/>
          </p:nvSpPr>
          <p:spPr>
            <a:xfrm flipH="1">
              <a:off x="2522295" y="732573"/>
              <a:ext cx="254010" cy="171454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123" name="sequential"/>
          <p:cNvSpPr txBox="1"/>
          <p:nvPr/>
        </p:nvSpPr>
        <p:spPr>
          <a:xfrm>
            <a:off x="2318543" y="4564062"/>
            <a:ext cx="1498601" cy="36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40639" marR="40639" algn="ctr" defTabSz="914400">
              <a:spcBef>
                <a:spcPts val="1000"/>
              </a:spcBef>
              <a:buClr>
                <a:srgbClr val="727272"/>
              </a:buClr>
              <a:buFont typeface="Arial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sequential</a:t>
            </a:r>
          </a:p>
        </p:txBody>
      </p:sp>
      <p:sp>
        <p:nvSpPr>
          <p:cNvPr id="124" name="concurrent"/>
          <p:cNvSpPr txBox="1"/>
          <p:nvPr/>
        </p:nvSpPr>
        <p:spPr>
          <a:xfrm>
            <a:off x="4563268" y="3683000"/>
            <a:ext cx="1498601" cy="360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40639" marR="40639" algn="ctr" defTabSz="914400">
              <a:spcBef>
                <a:spcPts val="1000"/>
              </a:spcBef>
              <a:buClr>
                <a:srgbClr val="727272"/>
              </a:buClr>
              <a:buFont typeface="Arial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concurrent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127" name="Motiv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128" name="Increase the performance by running more than one tasks at a tim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Increase the performance by running more than one tasks at a time.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divide the program to n smaller pieces, and run it n times faster using n processors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To cope with independent physical devices.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do not wait for a blocked device, perform other operations at the background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erial vs Parall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Serial vs Parallel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132" name="Shape"/>
          <p:cNvSpPr/>
          <p:nvPr/>
        </p:nvSpPr>
        <p:spPr>
          <a:xfrm>
            <a:off x="590550" y="3048000"/>
            <a:ext cx="3538538" cy="2876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272" y="0"/>
                </a:ln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</a:path>
            </a:pathLst>
          </a:custGeom>
          <a:solidFill>
            <a:srgbClr val="512A00"/>
          </a:solidFill>
          <a:ln w="12700"/>
        </p:spPr>
        <p:txBody>
          <a:bodyPr lIns="50800" tIns="50800" rIns="50800" bIns="50800" anchor="ctr"/>
          <a:lstStyle/>
          <a:p>
            <a:pPr marL="40639" marR="40639" defTabSz="914400">
              <a:defRPr sz="24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133" name="Shape"/>
          <p:cNvSpPr/>
          <p:nvPr/>
        </p:nvSpPr>
        <p:spPr>
          <a:xfrm>
            <a:off x="0" y="1714500"/>
            <a:ext cx="4114800" cy="42100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850" y="21600"/>
                </a:lnTo>
                <a:lnTo>
                  <a:pt x="21600" y="10319"/>
                </a:lnTo>
                <a:lnTo>
                  <a:pt x="21600" y="0"/>
                </a:lnTo>
                <a:lnTo>
                  <a:pt x="0" y="0"/>
                </a:lnTo>
                <a:lnTo>
                  <a:pt x="0" y="21600"/>
                </a:lnTo>
              </a:path>
            </a:pathLst>
          </a:custGeom>
          <a:solidFill>
            <a:srgbClr val="AF9172"/>
          </a:solidFill>
          <a:ln w="12700"/>
        </p:spPr>
        <p:txBody>
          <a:bodyPr lIns="50800" tIns="50800" rIns="50800" bIns="50800" anchor="ctr"/>
          <a:lstStyle/>
          <a:p>
            <a:pPr marL="40639" marR="40639" defTabSz="914400">
              <a:defRPr sz="24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grpSp>
        <p:nvGrpSpPr>
          <p:cNvPr id="151" name="Group"/>
          <p:cNvGrpSpPr/>
          <p:nvPr/>
        </p:nvGrpSpPr>
        <p:grpSpPr>
          <a:xfrm>
            <a:off x="904092" y="1922311"/>
            <a:ext cx="2054215" cy="1565572"/>
            <a:chOff x="0" y="0"/>
            <a:chExt cx="2054214" cy="1565571"/>
          </a:xfrm>
        </p:grpSpPr>
        <p:grpSp>
          <p:nvGrpSpPr>
            <p:cNvPr id="136" name="Group"/>
            <p:cNvGrpSpPr/>
            <p:nvPr/>
          </p:nvGrpSpPr>
          <p:grpSpPr>
            <a:xfrm rot="20400000">
              <a:off x="116668" y="281135"/>
              <a:ext cx="1820878" cy="1003302"/>
              <a:chOff x="0" y="0"/>
              <a:chExt cx="1820877" cy="1003301"/>
            </a:xfrm>
          </p:grpSpPr>
          <p:sp>
            <p:nvSpPr>
              <p:cNvPr id="134" name="Line"/>
              <p:cNvSpPr/>
              <p:nvPr/>
            </p:nvSpPr>
            <p:spPr>
              <a:xfrm>
                <a:off x="0" y="0"/>
                <a:ext cx="1820878" cy="9953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7" extrusionOk="0">
                    <a:moveTo>
                      <a:pt x="0" y="21453"/>
                    </a:moveTo>
                    <a:cubicBezTo>
                      <a:pt x="57" y="9492"/>
                      <a:pt x="4938" y="-113"/>
                      <a:pt x="10902" y="1"/>
                    </a:cubicBezTo>
                    <a:cubicBezTo>
                      <a:pt x="16794" y="113"/>
                      <a:pt x="21553" y="9672"/>
                      <a:pt x="21600" y="21487"/>
                    </a:cubicBezTo>
                  </a:path>
                </a:pathLst>
              </a:custGeom>
              <a:noFill/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135" name="Shape"/>
              <p:cNvSpPr/>
              <p:nvPr/>
            </p:nvSpPr>
            <p:spPr>
              <a:xfrm>
                <a:off x="0" y="-1"/>
                <a:ext cx="1820878" cy="100330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8" extrusionOk="0">
                    <a:moveTo>
                      <a:pt x="0" y="21284"/>
                    </a:moveTo>
                    <a:cubicBezTo>
                      <a:pt x="57" y="9417"/>
                      <a:pt x="4938" y="-112"/>
                      <a:pt x="10902" y="1"/>
                    </a:cubicBezTo>
                    <a:cubicBezTo>
                      <a:pt x="16794" y="112"/>
                      <a:pt x="21553" y="9596"/>
                      <a:pt x="21600" y="21318"/>
                    </a:cubicBezTo>
                    <a:lnTo>
                      <a:pt x="10800" y="21488"/>
                    </a:lnTo>
                    <a:close/>
                  </a:path>
                </a:pathLst>
              </a:custGeom>
              <a:solidFill>
                <a:srgbClr val="FFE6CB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143" name="Group"/>
            <p:cNvGrpSpPr/>
            <p:nvPr/>
          </p:nvGrpSpPr>
          <p:grpSpPr>
            <a:xfrm>
              <a:off x="123116" y="428536"/>
              <a:ext cx="1046152" cy="1046490"/>
              <a:chOff x="0" y="0"/>
              <a:chExt cx="1046150" cy="1046489"/>
            </a:xfrm>
          </p:grpSpPr>
          <p:grpSp>
            <p:nvGrpSpPr>
              <p:cNvPr id="139" name="Group"/>
              <p:cNvGrpSpPr/>
              <p:nvPr/>
            </p:nvGrpSpPr>
            <p:grpSpPr>
              <a:xfrm rot="20400000">
                <a:off x="112618" y="116132"/>
                <a:ext cx="820737" cy="803270"/>
                <a:chOff x="0" y="0"/>
                <a:chExt cx="820735" cy="803269"/>
              </a:xfrm>
            </p:grpSpPr>
            <p:sp>
              <p:nvSpPr>
                <p:cNvPr id="137" name="Line"/>
                <p:cNvSpPr/>
                <p:nvPr/>
              </p:nvSpPr>
              <p:spPr>
                <a:xfrm>
                  <a:off x="0" y="0"/>
                  <a:ext cx="817582" cy="79218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163" y="9655"/>
                        <a:pt x="9773" y="46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38" name="Shape"/>
                <p:cNvSpPr/>
                <p:nvPr/>
              </p:nvSpPr>
              <p:spPr>
                <a:xfrm>
                  <a:off x="0" y="0"/>
                  <a:ext cx="820736" cy="8032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302"/>
                      </a:moveTo>
                      <a:cubicBezTo>
                        <a:pt x="163" y="9522"/>
                        <a:pt x="9735" y="45"/>
                        <a:pt x="2151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142" name="Group"/>
              <p:cNvGrpSpPr/>
              <p:nvPr/>
            </p:nvGrpSpPr>
            <p:grpSpPr>
              <a:xfrm rot="20400000">
                <a:off x="144369" y="365374"/>
                <a:ext cx="831849" cy="555615"/>
                <a:chOff x="0" y="0"/>
                <a:chExt cx="831848" cy="555614"/>
              </a:xfrm>
            </p:grpSpPr>
            <p:sp>
              <p:nvSpPr>
                <p:cNvPr id="140" name="Line"/>
                <p:cNvSpPr/>
                <p:nvPr/>
              </p:nvSpPr>
              <p:spPr>
                <a:xfrm>
                  <a:off x="0" y="0"/>
                  <a:ext cx="224572" cy="55403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39" y="13576"/>
                        <a:pt x="7758" y="5857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41" name="Shape"/>
                <p:cNvSpPr/>
                <p:nvPr/>
              </p:nvSpPr>
              <p:spPr>
                <a:xfrm>
                  <a:off x="0" y="0"/>
                  <a:ext cx="831849" cy="55561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539"/>
                      </a:moveTo>
                      <a:cubicBezTo>
                        <a:pt x="11" y="13538"/>
                        <a:pt x="2095" y="5841"/>
                        <a:pt x="5831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  <p:grpSp>
          <p:nvGrpSpPr>
            <p:cNvPr id="150" name="Group"/>
            <p:cNvGrpSpPr/>
            <p:nvPr/>
          </p:nvGrpSpPr>
          <p:grpSpPr>
            <a:xfrm>
              <a:off x="869239" y="126916"/>
              <a:ext cx="1053867" cy="1041500"/>
              <a:chOff x="0" y="0"/>
              <a:chExt cx="1053865" cy="1041499"/>
            </a:xfrm>
          </p:grpSpPr>
          <p:grpSp>
            <p:nvGrpSpPr>
              <p:cNvPr id="146" name="Group"/>
              <p:cNvGrpSpPr/>
              <p:nvPr/>
            </p:nvGrpSpPr>
            <p:grpSpPr>
              <a:xfrm rot="20400000">
                <a:off x="112619" y="116130"/>
                <a:ext cx="820724" cy="803270"/>
                <a:chOff x="0" y="0"/>
                <a:chExt cx="820723" cy="803269"/>
              </a:xfrm>
            </p:grpSpPr>
            <p:sp>
              <p:nvSpPr>
                <p:cNvPr id="144" name="Line"/>
                <p:cNvSpPr/>
                <p:nvPr/>
              </p:nvSpPr>
              <p:spPr>
                <a:xfrm>
                  <a:off x="3153" y="0"/>
                  <a:ext cx="817570" cy="7985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893" y="46"/>
                        <a:pt x="21530" y="9682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45" name="Shape"/>
                <p:cNvSpPr/>
                <p:nvPr/>
              </p:nvSpPr>
              <p:spPr>
                <a:xfrm>
                  <a:off x="0" y="0"/>
                  <a:ext cx="820724" cy="8032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83" y="0"/>
                      </a:moveTo>
                      <a:cubicBezTo>
                        <a:pt x="11930" y="46"/>
                        <a:pt x="21530" y="9625"/>
                        <a:pt x="21600" y="21472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149" name="Group"/>
              <p:cNvGrpSpPr/>
              <p:nvPr/>
            </p:nvGrpSpPr>
            <p:grpSpPr>
              <a:xfrm rot="20400000">
                <a:off x="153893" y="362187"/>
                <a:ext cx="830263" cy="554036"/>
                <a:chOff x="0" y="0"/>
                <a:chExt cx="830262" cy="554035"/>
              </a:xfrm>
            </p:grpSpPr>
            <p:sp>
              <p:nvSpPr>
                <p:cNvPr id="147" name="Line"/>
                <p:cNvSpPr/>
                <p:nvPr/>
              </p:nvSpPr>
              <p:spPr>
                <a:xfrm>
                  <a:off x="609010" y="0"/>
                  <a:ext cx="221253" cy="5540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3885" y="5875"/>
                        <a:pt x="21600" y="13590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48" name="Shape"/>
                <p:cNvSpPr/>
                <p:nvPr/>
              </p:nvSpPr>
              <p:spPr>
                <a:xfrm>
                  <a:off x="0" y="0"/>
                  <a:ext cx="830263" cy="55403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844" y="0"/>
                      </a:moveTo>
                      <a:cubicBezTo>
                        <a:pt x="19544" y="5875"/>
                        <a:pt x="21600" y="1359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sp>
        <p:nvSpPr>
          <p:cNvPr id="152" name="Line"/>
          <p:cNvSpPr/>
          <p:nvPr/>
        </p:nvSpPr>
        <p:spPr>
          <a:xfrm flipV="1">
            <a:off x="6350" y="2355850"/>
            <a:ext cx="4102100" cy="1727200"/>
          </a:xfrm>
          <a:prstGeom prst="line">
            <a:avLst/>
          </a:prstGeom>
          <a:ln w="12700">
            <a:solidFill>
              <a:srgbClr val="F9CA7C"/>
            </a:solidFill>
          </a:ln>
        </p:spPr>
        <p:txBody>
          <a:bodyPr lIns="0" tIns="0" rIns="0" bIns="0"/>
          <a:lstStyle/>
          <a:p>
            <a:endParaRPr/>
          </a:p>
        </p:txBody>
      </p:sp>
      <p:grpSp>
        <p:nvGrpSpPr>
          <p:cNvPr id="217" name="Group"/>
          <p:cNvGrpSpPr/>
          <p:nvPr/>
        </p:nvGrpSpPr>
        <p:grpSpPr>
          <a:xfrm>
            <a:off x="1549400" y="2343150"/>
            <a:ext cx="768350" cy="914400"/>
            <a:chOff x="0" y="0"/>
            <a:chExt cx="768350" cy="914400"/>
          </a:xfrm>
        </p:grpSpPr>
        <p:grpSp>
          <p:nvGrpSpPr>
            <p:cNvPr id="163" name="Group"/>
            <p:cNvGrpSpPr/>
            <p:nvPr/>
          </p:nvGrpSpPr>
          <p:grpSpPr>
            <a:xfrm>
              <a:off x="169862" y="311150"/>
              <a:ext cx="547688" cy="403225"/>
              <a:chOff x="0" y="0"/>
              <a:chExt cx="547687" cy="403225"/>
            </a:xfrm>
          </p:grpSpPr>
          <p:sp>
            <p:nvSpPr>
              <p:cNvPr id="153" name="Shape"/>
              <p:cNvSpPr/>
              <p:nvPr/>
            </p:nvSpPr>
            <p:spPr>
              <a:xfrm>
                <a:off x="0" y="0"/>
                <a:ext cx="355600" cy="2524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850" y="8558"/>
                    </a:moveTo>
                    <a:lnTo>
                      <a:pt x="17839" y="10325"/>
                    </a:lnTo>
                    <a:lnTo>
                      <a:pt x="18707" y="11955"/>
                    </a:lnTo>
                    <a:lnTo>
                      <a:pt x="19479" y="15894"/>
                    </a:lnTo>
                    <a:lnTo>
                      <a:pt x="20636" y="18883"/>
                    </a:lnTo>
                    <a:lnTo>
                      <a:pt x="21600" y="21600"/>
                    </a:lnTo>
                    <a:lnTo>
                      <a:pt x="19286" y="19155"/>
                    </a:lnTo>
                    <a:lnTo>
                      <a:pt x="17357" y="17932"/>
                    </a:lnTo>
                    <a:lnTo>
                      <a:pt x="14657" y="15487"/>
                    </a:lnTo>
                    <a:lnTo>
                      <a:pt x="13500" y="13042"/>
                    </a:lnTo>
                    <a:lnTo>
                      <a:pt x="12921" y="9781"/>
                    </a:lnTo>
                    <a:lnTo>
                      <a:pt x="2989" y="4755"/>
                    </a:lnTo>
                    <a:lnTo>
                      <a:pt x="0" y="136"/>
                    </a:lnTo>
                    <a:lnTo>
                      <a:pt x="1446" y="0"/>
                    </a:lnTo>
                    <a:lnTo>
                      <a:pt x="4725" y="1494"/>
                    </a:lnTo>
                    <a:lnTo>
                      <a:pt x="14850" y="8558"/>
                    </a:lnTo>
                  </a:path>
                </a:pathLst>
              </a:custGeom>
              <a:solidFill>
                <a:srgbClr val="E85C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grpSp>
            <p:nvGrpSpPr>
              <p:cNvPr id="162" name="Group"/>
              <p:cNvGrpSpPr/>
              <p:nvPr/>
            </p:nvGrpSpPr>
            <p:grpSpPr>
              <a:xfrm>
                <a:off x="254000" y="144462"/>
                <a:ext cx="293688" cy="258763"/>
                <a:chOff x="0" y="0"/>
                <a:chExt cx="293687" cy="258762"/>
              </a:xfrm>
            </p:grpSpPr>
            <p:sp>
              <p:nvSpPr>
                <p:cNvPr id="154" name="Shape"/>
                <p:cNvSpPr/>
                <p:nvPr/>
              </p:nvSpPr>
              <p:spPr>
                <a:xfrm>
                  <a:off x="0" y="0"/>
                  <a:ext cx="293688" cy="2587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7492"/>
                      </a:moveTo>
                      <a:lnTo>
                        <a:pt x="2919" y="16299"/>
                      </a:lnTo>
                      <a:lnTo>
                        <a:pt x="3736" y="14444"/>
                      </a:lnTo>
                      <a:lnTo>
                        <a:pt x="4437" y="12721"/>
                      </a:lnTo>
                      <a:lnTo>
                        <a:pt x="4554" y="10601"/>
                      </a:lnTo>
                      <a:lnTo>
                        <a:pt x="3970" y="7951"/>
                      </a:lnTo>
                      <a:lnTo>
                        <a:pt x="3503" y="5036"/>
                      </a:lnTo>
                      <a:lnTo>
                        <a:pt x="4203" y="4638"/>
                      </a:lnTo>
                      <a:lnTo>
                        <a:pt x="5254" y="4506"/>
                      </a:lnTo>
                      <a:lnTo>
                        <a:pt x="6422" y="5036"/>
                      </a:lnTo>
                      <a:lnTo>
                        <a:pt x="7589" y="6626"/>
                      </a:lnTo>
                      <a:lnTo>
                        <a:pt x="8874" y="9806"/>
                      </a:lnTo>
                      <a:lnTo>
                        <a:pt x="10041" y="7156"/>
                      </a:lnTo>
                      <a:lnTo>
                        <a:pt x="11792" y="5036"/>
                      </a:lnTo>
                      <a:lnTo>
                        <a:pt x="13544" y="3578"/>
                      </a:lnTo>
                      <a:lnTo>
                        <a:pt x="15996" y="1458"/>
                      </a:lnTo>
                      <a:lnTo>
                        <a:pt x="17747" y="133"/>
                      </a:lnTo>
                      <a:lnTo>
                        <a:pt x="18915" y="0"/>
                      </a:lnTo>
                      <a:lnTo>
                        <a:pt x="19615" y="663"/>
                      </a:lnTo>
                      <a:lnTo>
                        <a:pt x="19265" y="1723"/>
                      </a:lnTo>
                      <a:lnTo>
                        <a:pt x="18331" y="3578"/>
                      </a:lnTo>
                      <a:lnTo>
                        <a:pt x="16813" y="5831"/>
                      </a:lnTo>
                      <a:lnTo>
                        <a:pt x="14945" y="8216"/>
                      </a:lnTo>
                      <a:lnTo>
                        <a:pt x="17514" y="7553"/>
                      </a:lnTo>
                      <a:lnTo>
                        <a:pt x="19615" y="7686"/>
                      </a:lnTo>
                      <a:lnTo>
                        <a:pt x="20666" y="8216"/>
                      </a:lnTo>
                      <a:lnTo>
                        <a:pt x="20666" y="9276"/>
                      </a:lnTo>
                      <a:lnTo>
                        <a:pt x="20082" y="10336"/>
                      </a:lnTo>
                      <a:lnTo>
                        <a:pt x="19031" y="11396"/>
                      </a:lnTo>
                      <a:lnTo>
                        <a:pt x="17280" y="12059"/>
                      </a:lnTo>
                      <a:lnTo>
                        <a:pt x="19265" y="11926"/>
                      </a:lnTo>
                      <a:lnTo>
                        <a:pt x="21016" y="12324"/>
                      </a:lnTo>
                      <a:lnTo>
                        <a:pt x="21600" y="13782"/>
                      </a:lnTo>
                      <a:lnTo>
                        <a:pt x="21016" y="14974"/>
                      </a:lnTo>
                      <a:lnTo>
                        <a:pt x="19732" y="15504"/>
                      </a:lnTo>
                      <a:lnTo>
                        <a:pt x="16229" y="15372"/>
                      </a:lnTo>
                      <a:lnTo>
                        <a:pt x="17981" y="15902"/>
                      </a:lnTo>
                      <a:lnTo>
                        <a:pt x="18798" y="16564"/>
                      </a:lnTo>
                      <a:lnTo>
                        <a:pt x="19382" y="17492"/>
                      </a:lnTo>
                      <a:lnTo>
                        <a:pt x="19148" y="18950"/>
                      </a:lnTo>
                      <a:lnTo>
                        <a:pt x="18097" y="19745"/>
                      </a:lnTo>
                      <a:lnTo>
                        <a:pt x="17046" y="19612"/>
                      </a:lnTo>
                      <a:lnTo>
                        <a:pt x="15529" y="19215"/>
                      </a:lnTo>
                      <a:lnTo>
                        <a:pt x="14011" y="18420"/>
                      </a:lnTo>
                      <a:lnTo>
                        <a:pt x="13077" y="19877"/>
                      </a:lnTo>
                      <a:lnTo>
                        <a:pt x="12143" y="20805"/>
                      </a:lnTo>
                      <a:lnTo>
                        <a:pt x="10975" y="21335"/>
                      </a:lnTo>
                      <a:lnTo>
                        <a:pt x="9574" y="21600"/>
                      </a:lnTo>
                      <a:lnTo>
                        <a:pt x="3619" y="20142"/>
                      </a:lnTo>
                      <a:lnTo>
                        <a:pt x="0" y="17492"/>
                      </a:lnTo>
                    </a:path>
                  </a:pathLst>
                </a:custGeom>
                <a:solidFill>
                  <a:srgbClr val="E7B092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161" name="Group"/>
                <p:cNvGrpSpPr/>
                <p:nvPr/>
              </p:nvGrpSpPr>
              <p:grpSpPr>
                <a:xfrm>
                  <a:off x="41275" y="111125"/>
                  <a:ext cx="203200" cy="130175"/>
                  <a:chOff x="0" y="0"/>
                  <a:chExt cx="203200" cy="130175"/>
                </a:xfrm>
              </p:grpSpPr>
              <p:sp>
                <p:nvSpPr>
                  <p:cNvPr id="155" name="Line"/>
                  <p:cNvSpPr/>
                  <p:nvPr/>
                </p:nvSpPr>
                <p:spPr>
                  <a:xfrm>
                    <a:off x="136525" y="0"/>
                    <a:ext cx="66675" cy="381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18900"/>
                        </a:moveTo>
                        <a:lnTo>
                          <a:pt x="13371" y="21600"/>
                        </a:lnTo>
                        <a:lnTo>
                          <a:pt x="6686" y="20700"/>
                        </a:lnTo>
                        <a:lnTo>
                          <a:pt x="2057" y="17100"/>
                        </a:lnTo>
                        <a:lnTo>
                          <a:pt x="0" y="10800"/>
                        </a:lnTo>
                        <a:lnTo>
                          <a:pt x="1543" y="4500"/>
                        </a:lnTo>
                        <a:lnTo>
                          <a:pt x="5657" y="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56" name="Line"/>
                  <p:cNvSpPr/>
                  <p:nvPr/>
                </p:nvSpPr>
                <p:spPr>
                  <a:xfrm>
                    <a:off x="125412" y="38100"/>
                    <a:ext cx="71438" cy="3810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20700"/>
                        </a:moveTo>
                        <a:lnTo>
                          <a:pt x="13920" y="21600"/>
                        </a:lnTo>
                        <a:lnTo>
                          <a:pt x="7200" y="19800"/>
                        </a:lnTo>
                        <a:lnTo>
                          <a:pt x="2880" y="17100"/>
                        </a:lnTo>
                        <a:lnTo>
                          <a:pt x="0" y="11700"/>
                        </a:lnTo>
                        <a:lnTo>
                          <a:pt x="960" y="5400"/>
                        </a:lnTo>
                        <a:lnTo>
                          <a:pt x="4320" y="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57" name="Line"/>
                  <p:cNvSpPr/>
                  <p:nvPr/>
                </p:nvSpPr>
                <p:spPr>
                  <a:xfrm>
                    <a:off x="103187" y="65087"/>
                    <a:ext cx="46038" cy="4762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21600"/>
                        </a:moveTo>
                        <a:lnTo>
                          <a:pt x="11172" y="18000"/>
                        </a:lnTo>
                        <a:lnTo>
                          <a:pt x="4469" y="13680"/>
                        </a:lnTo>
                        <a:lnTo>
                          <a:pt x="0" y="7920"/>
                        </a:lnTo>
                        <a:lnTo>
                          <a:pt x="2234" y="2160"/>
                        </a:lnTo>
                        <a:lnTo>
                          <a:pt x="7448" y="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58" name="Line"/>
                  <p:cNvSpPr/>
                  <p:nvPr/>
                </p:nvSpPr>
                <p:spPr>
                  <a:xfrm>
                    <a:off x="79375" y="0"/>
                    <a:ext cx="9526" cy="44450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59" name="Line"/>
                  <p:cNvSpPr/>
                  <p:nvPr/>
                </p:nvSpPr>
                <p:spPr>
                  <a:xfrm>
                    <a:off x="77787" y="0"/>
                    <a:ext cx="38101" cy="1746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9000" y="1964"/>
                        </a:lnTo>
                        <a:lnTo>
                          <a:pt x="16200" y="9818"/>
                        </a:lnTo>
                        <a:lnTo>
                          <a:pt x="2160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60" name="Line"/>
                  <p:cNvSpPr/>
                  <p:nvPr/>
                </p:nvSpPr>
                <p:spPr>
                  <a:xfrm>
                    <a:off x="0" y="80962"/>
                    <a:ext cx="65088" cy="4921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527" y="3484"/>
                        </a:lnTo>
                        <a:lnTo>
                          <a:pt x="1580" y="6968"/>
                        </a:lnTo>
                        <a:lnTo>
                          <a:pt x="2634" y="9755"/>
                        </a:lnTo>
                        <a:lnTo>
                          <a:pt x="6322" y="12542"/>
                        </a:lnTo>
                        <a:lnTo>
                          <a:pt x="10010" y="14632"/>
                        </a:lnTo>
                        <a:lnTo>
                          <a:pt x="14751" y="15329"/>
                        </a:lnTo>
                        <a:lnTo>
                          <a:pt x="17912" y="16026"/>
                        </a:lnTo>
                        <a:lnTo>
                          <a:pt x="20020" y="18813"/>
                        </a:lnTo>
                        <a:lnTo>
                          <a:pt x="21600" y="21600"/>
                        </a:lnTo>
                        <a:lnTo>
                          <a:pt x="2160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</p:grpSp>
        </p:grpSp>
        <p:grpSp>
          <p:nvGrpSpPr>
            <p:cNvPr id="216" name="Group"/>
            <p:cNvGrpSpPr/>
            <p:nvPr/>
          </p:nvGrpSpPr>
          <p:grpSpPr>
            <a:xfrm>
              <a:off x="0" y="0"/>
              <a:ext cx="768350" cy="914400"/>
              <a:chOff x="0" y="0"/>
              <a:chExt cx="768350" cy="914400"/>
            </a:xfrm>
          </p:grpSpPr>
          <p:grpSp>
            <p:nvGrpSpPr>
              <p:cNvPr id="195" name="Group"/>
              <p:cNvGrpSpPr/>
              <p:nvPr/>
            </p:nvGrpSpPr>
            <p:grpSpPr>
              <a:xfrm>
                <a:off x="134937" y="0"/>
                <a:ext cx="611188" cy="506413"/>
                <a:chOff x="0" y="0"/>
                <a:chExt cx="611187" cy="506412"/>
              </a:xfrm>
            </p:grpSpPr>
            <p:sp>
              <p:nvSpPr>
                <p:cNvPr id="164" name="Shape"/>
                <p:cNvSpPr/>
                <p:nvPr/>
              </p:nvSpPr>
              <p:spPr>
                <a:xfrm>
                  <a:off x="57150" y="0"/>
                  <a:ext cx="546100" cy="5064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637" y="17131"/>
                      </a:moveTo>
                      <a:lnTo>
                        <a:pt x="3705" y="15235"/>
                      </a:lnTo>
                      <a:lnTo>
                        <a:pt x="3705" y="14693"/>
                      </a:lnTo>
                      <a:lnTo>
                        <a:pt x="3328" y="14016"/>
                      </a:lnTo>
                      <a:lnTo>
                        <a:pt x="2763" y="13204"/>
                      </a:lnTo>
                      <a:lnTo>
                        <a:pt x="1695" y="12459"/>
                      </a:lnTo>
                      <a:lnTo>
                        <a:pt x="1005" y="11376"/>
                      </a:lnTo>
                      <a:lnTo>
                        <a:pt x="628" y="10495"/>
                      </a:lnTo>
                      <a:lnTo>
                        <a:pt x="251" y="9818"/>
                      </a:lnTo>
                      <a:lnTo>
                        <a:pt x="251" y="9006"/>
                      </a:lnTo>
                      <a:lnTo>
                        <a:pt x="0" y="7110"/>
                      </a:lnTo>
                      <a:lnTo>
                        <a:pt x="251" y="5755"/>
                      </a:lnTo>
                      <a:lnTo>
                        <a:pt x="691" y="4537"/>
                      </a:lnTo>
                      <a:lnTo>
                        <a:pt x="1381" y="3182"/>
                      </a:lnTo>
                      <a:lnTo>
                        <a:pt x="2135" y="2438"/>
                      </a:lnTo>
                      <a:lnTo>
                        <a:pt x="3642" y="1557"/>
                      </a:lnTo>
                      <a:lnTo>
                        <a:pt x="5274" y="880"/>
                      </a:lnTo>
                      <a:lnTo>
                        <a:pt x="6970" y="339"/>
                      </a:lnTo>
                      <a:lnTo>
                        <a:pt x="9105" y="68"/>
                      </a:lnTo>
                      <a:lnTo>
                        <a:pt x="10612" y="0"/>
                      </a:lnTo>
                      <a:lnTo>
                        <a:pt x="12181" y="135"/>
                      </a:lnTo>
                      <a:lnTo>
                        <a:pt x="14128" y="474"/>
                      </a:lnTo>
                      <a:lnTo>
                        <a:pt x="15886" y="1016"/>
                      </a:lnTo>
                      <a:lnTo>
                        <a:pt x="17142" y="1693"/>
                      </a:lnTo>
                      <a:lnTo>
                        <a:pt x="18774" y="2844"/>
                      </a:lnTo>
                      <a:lnTo>
                        <a:pt x="19905" y="4198"/>
                      </a:lnTo>
                      <a:lnTo>
                        <a:pt x="20721" y="5485"/>
                      </a:lnTo>
                      <a:lnTo>
                        <a:pt x="21098" y="6433"/>
                      </a:lnTo>
                      <a:lnTo>
                        <a:pt x="21600" y="8058"/>
                      </a:lnTo>
                      <a:lnTo>
                        <a:pt x="21600" y="9276"/>
                      </a:lnTo>
                      <a:lnTo>
                        <a:pt x="21286" y="11105"/>
                      </a:lnTo>
                      <a:lnTo>
                        <a:pt x="20784" y="12527"/>
                      </a:lnTo>
                      <a:lnTo>
                        <a:pt x="20030" y="13813"/>
                      </a:lnTo>
                      <a:lnTo>
                        <a:pt x="19402" y="14490"/>
                      </a:lnTo>
                      <a:lnTo>
                        <a:pt x="18460" y="15235"/>
                      </a:lnTo>
                      <a:lnTo>
                        <a:pt x="16953" y="15845"/>
                      </a:lnTo>
                      <a:lnTo>
                        <a:pt x="15823" y="16251"/>
                      </a:lnTo>
                      <a:lnTo>
                        <a:pt x="14505" y="16657"/>
                      </a:lnTo>
                      <a:lnTo>
                        <a:pt x="12495" y="16792"/>
                      </a:lnTo>
                      <a:lnTo>
                        <a:pt x="10737" y="17131"/>
                      </a:lnTo>
                      <a:lnTo>
                        <a:pt x="9607" y="17334"/>
                      </a:lnTo>
                      <a:lnTo>
                        <a:pt x="9230" y="17876"/>
                      </a:lnTo>
                      <a:lnTo>
                        <a:pt x="9356" y="18553"/>
                      </a:lnTo>
                      <a:lnTo>
                        <a:pt x="9230" y="19162"/>
                      </a:lnTo>
                      <a:lnTo>
                        <a:pt x="8979" y="19569"/>
                      </a:lnTo>
                      <a:lnTo>
                        <a:pt x="8853" y="20449"/>
                      </a:lnTo>
                      <a:lnTo>
                        <a:pt x="8916" y="21600"/>
                      </a:lnTo>
                      <a:lnTo>
                        <a:pt x="7472" y="19704"/>
                      </a:lnTo>
                      <a:lnTo>
                        <a:pt x="5588" y="18147"/>
                      </a:lnTo>
                      <a:lnTo>
                        <a:pt x="3956" y="17402"/>
                      </a:lnTo>
                      <a:lnTo>
                        <a:pt x="2637" y="17131"/>
                      </a:lnTo>
                    </a:path>
                  </a:pathLst>
                </a:custGeom>
                <a:solidFill>
                  <a:srgbClr val="E7B092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183" name="Group"/>
                <p:cNvGrpSpPr/>
                <p:nvPr/>
              </p:nvGrpSpPr>
              <p:grpSpPr>
                <a:xfrm>
                  <a:off x="0" y="0"/>
                  <a:ext cx="511175" cy="349250"/>
                  <a:chOff x="0" y="0"/>
                  <a:chExt cx="511175" cy="349250"/>
                </a:xfrm>
              </p:grpSpPr>
              <p:grpSp>
                <p:nvGrpSpPr>
                  <p:cNvPr id="167" name="Group"/>
                  <p:cNvGrpSpPr/>
                  <p:nvPr/>
                </p:nvGrpSpPr>
                <p:grpSpPr>
                  <a:xfrm>
                    <a:off x="136525" y="0"/>
                    <a:ext cx="352425" cy="106363"/>
                    <a:chOff x="0" y="0"/>
                    <a:chExt cx="352425" cy="106362"/>
                  </a:xfrm>
                </p:grpSpPr>
                <p:sp>
                  <p:nvSpPr>
                    <p:cNvPr id="165" name="Line"/>
                    <p:cNvSpPr/>
                    <p:nvPr/>
                  </p:nvSpPr>
                  <p:spPr>
                    <a:xfrm>
                      <a:off x="28575" y="15875"/>
                      <a:ext cx="323850" cy="9048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21600"/>
                          </a:moveTo>
                          <a:lnTo>
                            <a:pt x="1694" y="14779"/>
                          </a:lnTo>
                          <a:lnTo>
                            <a:pt x="3812" y="9474"/>
                          </a:lnTo>
                          <a:lnTo>
                            <a:pt x="6353" y="5305"/>
                          </a:lnTo>
                          <a:lnTo>
                            <a:pt x="9000" y="2653"/>
                          </a:lnTo>
                          <a:lnTo>
                            <a:pt x="11859" y="758"/>
                          </a:lnTo>
                          <a:lnTo>
                            <a:pt x="15459" y="0"/>
                          </a:lnTo>
                          <a:lnTo>
                            <a:pt x="18212" y="1137"/>
                          </a:lnTo>
                          <a:lnTo>
                            <a:pt x="21600" y="4926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sp>
                  <p:nvSpPr>
                    <p:cNvPr id="166" name="Line"/>
                    <p:cNvSpPr/>
                    <p:nvPr/>
                  </p:nvSpPr>
                  <p:spPr>
                    <a:xfrm>
                      <a:off x="0" y="0"/>
                      <a:ext cx="333375" cy="98425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21600"/>
                          </a:moveTo>
                          <a:lnTo>
                            <a:pt x="1029" y="15329"/>
                          </a:lnTo>
                          <a:lnTo>
                            <a:pt x="2263" y="10800"/>
                          </a:lnTo>
                          <a:lnTo>
                            <a:pt x="3703" y="7316"/>
                          </a:lnTo>
                          <a:lnTo>
                            <a:pt x="6171" y="3484"/>
                          </a:lnTo>
                          <a:lnTo>
                            <a:pt x="9463" y="697"/>
                          </a:lnTo>
                          <a:lnTo>
                            <a:pt x="12446" y="0"/>
                          </a:lnTo>
                          <a:lnTo>
                            <a:pt x="15737" y="1045"/>
                          </a:lnTo>
                          <a:lnTo>
                            <a:pt x="18823" y="3832"/>
                          </a:lnTo>
                          <a:lnTo>
                            <a:pt x="20263" y="5226"/>
                          </a:lnTo>
                          <a:lnTo>
                            <a:pt x="21600" y="6271"/>
                          </a:lnTo>
                        </a:path>
                      </a:pathLst>
                    </a:custGeom>
                    <a:noFill/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</p:grpSp>
              <p:grpSp>
                <p:nvGrpSpPr>
                  <p:cNvPr id="175" name="Group"/>
                  <p:cNvGrpSpPr/>
                  <p:nvPr/>
                </p:nvGrpSpPr>
                <p:grpSpPr>
                  <a:xfrm>
                    <a:off x="0" y="65087"/>
                    <a:ext cx="192088" cy="173038"/>
                    <a:chOff x="0" y="0"/>
                    <a:chExt cx="192087" cy="173037"/>
                  </a:xfrm>
                </p:grpSpPr>
                <p:sp>
                  <p:nvSpPr>
                    <p:cNvPr id="168" name="Shape"/>
                    <p:cNvSpPr/>
                    <p:nvPr/>
                  </p:nvSpPr>
                  <p:spPr>
                    <a:xfrm>
                      <a:off x="0" y="0"/>
                      <a:ext cx="192088" cy="17303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3927" y="20609"/>
                          </a:moveTo>
                          <a:lnTo>
                            <a:pt x="1250" y="17835"/>
                          </a:lnTo>
                          <a:lnTo>
                            <a:pt x="0" y="14070"/>
                          </a:lnTo>
                          <a:lnTo>
                            <a:pt x="536" y="9314"/>
                          </a:lnTo>
                          <a:lnTo>
                            <a:pt x="2321" y="5747"/>
                          </a:lnTo>
                          <a:lnTo>
                            <a:pt x="3570" y="4161"/>
                          </a:lnTo>
                          <a:lnTo>
                            <a:pt x="4998" y="1783"/>
                          </a:lnTo>
                          <a:lnTo>
                            <a:pt x="5712" y="991"/>
                          </a:lnTo>
                          <a:lnTo>
                            <a:pt x="6783" y="198"/>
                          </a:lnTo>
                          <a:lnTo>
                            <a:pt x="7855" y="0"/>
                          </a:lnTo>
                          <a:lnTo>
                            <a:pt x="8390" y="991"/>
                          </a:lnTo>
                          <a:lnTo>
                            <a:pt x="8926" y="1982"/>
                          </a:lnTo>
                          <a:lnTo>
                            <a:pt x="9461" y="1189"/>
                          </a:lnTo>
                          <a:lnTo>
                            <a:pt x="10711" y="991"/>
                          </a:lnTo>
                          <a:lnTo>
                            <a:pt x="11425" y="1982"/>
                          </a:lnTo>
                          <a:lnTo>
                            <a:pt x="11603" y="3171"/>
                          </a:lnTo>
                          <a:lnTo>
                            <a:pt x="11960" y="4756"/>
                          </a:lnTo>
                          <a:lnTo>
                            <a:pt x="12853" y="4360"/>
                          </a:lnTo>
                          <a:lnTo>
                            <a:pt x="13745" y="4954"/>
                          </a:lnTo>
                          <a:lnTo>
                            <a:pt x="14102" y="5549"/>
                          </a:lnTo>
                          <a:lnTo>
                            <a:pt x="13924" y="6341"/>
                          </a:lnTo>
                          <a:lnTo>
                            <a:pt x="13745" y="7332"/>
                          </a:lnTo>
                          <a:lnTo>
                            <a:pt x="14460" y="6738"/>
                          </a:lnTo>
                          <a:lnTo>
                            <a:pt x="15352" y="6143"/>
                          </a:lnTo>
                          <a:lnTo>
                            <a:pt x="16780" y="6341"/>
                          </a:lnTo>
                          <a:lnTo>
                            <a:pt x="16959" y="7134"/>
                          </a:lnTo>
                          <a:lnTo>
                            <a:pt x="16959" y="7927"/>
                          </a:lnTo>
                          <a:lnTo>
                            <a:pt x="16959" y="8719"/>
                          </a:lnTo>
                          <a:lnTo>
                            <a:pt x="18030" y="8521"/>
                          </a:lnTo>
                          <a:lnTo>
                            <a:pt x="18922" y="8917"/>
                          </a:lnTo>
                          <a:lnTo>
                            <a:pt x="19279" y="9512"/>
                          </a:lnTo>
                          <a:lnTo>
                            <a:pt x="19636" y="10701"/>
                          </a:lnTo>
                          <a:lnTo>
                            <a:pt x="20350" y="11097"/>
                          </a:lnTo>
                          <a:lnTo>
                            <a:pt x="20886" y="12286"/>
                          </a:lnTo>
                          <a:lnTo>
                            <a:pt x="20707" y="13673"/>
                          </a:lnTo>
                          <a:lnTo>
                            <a:pt x="20350" y="16051"/>
                          </a:lnTo>
                          <a:lnTo>
                            <a:pt x="20707" y="17439"/>
                          </a:lnTo>
                          <a:lnTo>
                            <a:pt x="21064" y="18429"/>
                          </a:lnTo>
                          <a:lnTo>
                            <a:pt x="21600" y="19222"/>
                          </a:lnTo>
                          <a:lnTo>
                            <a:pt x="21600" y="20411"/>
                          </a:lnTo>
                          <a:lnTo>
                            <a:pt x="20886" y="21402"/>
                          </a:lnTo>
                          <a:lnTo>
                            <a:pt x="20172" y="21600"/>
                          </a:lnTo>
                          <a:lnTo>
                            <a:pt x="19279" y="21600"/>
                          </a:lnTo>
                          <a:lnTo>
                            <a:pt x="18565" y="21402"/>
                          </a:lnTo>
                          <a:lnTo>
                            <a:pt x="17494" y="20609"/>
                          </a:lnTo>
                          <a:lnTo>
                            <a:pt x="16959" y="19817"/>
                          </a:lnTo>
                          <a:lnTo>
                            <a:pt x="16780" y="19222"/>
                          </a:lnTo>
                          <a:lnTo>
                            <a:pt x="15888" y="19618"/>
                          </a:lnTo>
                          <a:lnTo>
                            <a:pt x="14638" y="19618"/>
                          </a:lnTo>
                          <a:lnTo>
                            <a:pt x="13924" y="19222"/>
                          </a:lnTo>
                          <a:lnTo>
                            <a:pt x="13745" y="18826"/>
                          </a:lnTo>
                          <a:lnTo>
                            <a:pt x="12853" y="18826"/>
                          </a:lnTo>
                          <a:lnTo>
                            <a:pt x="12317" y="18628"/>
                          </a:lnTo>
                          <a:lnTo>
                            <a:pt x="11960" y="18429"/>
                          </a:lnTo>
                          <a:lnTo>
                            <a:pt x="11246" y="18429"/>
                          </a:lnTo>
                          <a:lnTo>
                            <a:pt x="10711" y="18231"/>
                          </a:lnTo>
                          <a:lnTo>
                            <a:pt x="10175" y="17439"/>
                          </a:lnTo>
                          <a:lnTo>
                            <a:pt x="9818" y="17042"/>
                          </a:lnTo>
                          <a:lnTo>
                            <a:pt x="9461" y="17439"/>
                          </a:lnTo>
                          <a:lnTo>
                            <a:pt x="9104" y="18231"/>
                          </a:lnTo>
                          <a:lnTo>
                            <a:pt x="8390" y="18628"/>
                          </a:lnTo>
                          <a:lnTo>
                            <a:pt x="7676" y="18628"/>
                          </a:lnTo>
                          <a:lnTo>
                            <a:pt x="7140" y="18628"/>
                          </a:lnTo>
                          <a:lnTo>
                            <a:pt x="6962" y="19222"/>
                          </a:lnTo>
                          <a:lnTo>
                            <a:pt x="6426" y="19817"/>
                          </a:lnTo>
                          <a:lnTo>
                            <a:pt x="5712" y="20609"/>
                          </a:lnTo>
                          <a:lnTo>
                            <a:pt x="3927" y="20609"/>
                          </a:lnTo>
                        </a:path>
                      </a:pathLst>
                    </a:custGeom>
                    <a:solidFill>
                      <a:srgbClr val="CD9251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grpSp>
                  <p:nvGrpSpPr>
                    <p:cNvPr id="174" name="Group"/>
                    <p:cNvGrpSpPr/>
                    <p:nvPr/>
                  </p:nvGrpSpPr>
                  <p:grpSpPr>
                    <a:xfrm>
                      <a:off x="9525" y="9525"/>
                      <a:ext cx="146050" cy="149225"/>
                      <a:chOff x="0" y="0"/>
                      <a:chExt cx="146050" cy="149225"/>
                    </a:xfrm>
                  </p:grpSpPr>
                  <p:sp>
                    <p:nvSpPr>
                      <p:cNvPr id="169" name="Shape"/>
                      <p:cNvSpPr/>
                      <p:nvPr/>
                    </p:nvSpPr>
                    <p:spPr>
                      <a:xfrm>
                        <a:off x="117475" y="100012"/>
                        <a:ext cx="28575" cy="3175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6000" y="21600"/>
                            </a:moveTo>
                            <a:lnTo>
                              <a:pt x="4800" y="10800"/>
                            </a:lnTo>
                            <a:lnTo>
                              <a:pt x="8400" y="4320"/>
                            </a:lnTo>
                            <a:lnTo>
                              <a:pt x="21600" y="0"/>
                            </a:lnTo>
                            <a:lnTo>
                              <a:pt x="13200" y="1080"/>
                            </a:lnTo>
                            <a:lnTo>
                              <a:pt x="3600" y="3240"/>
                            </a:lnTo>
                            <a:lnTo>
                              <a:pt x="0" y="8640"/>
                            </a:lnTo>
                            <a:lnTo>
                              <a:pt x="600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0" name="Shape"/>
                      <p:cNvSpPr/>
                      <p:nvPr/>
                    </p:nvSpPr>
                    <p:spPr>
                      <a:xfrm>
                        <a:off x="63500" y="49212"/>
                        <a:ext cx="46038" cy="76201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938" y="21600"/>
                            </a:moveTo>
                            <a:lnTo>
                              <a:pt x="4469" y="16650"/>
                            </a:lnTo>
                            <a:lnTo>
                              <a:pt x="4469" y="10350"/>
                            </a:lnTo>
                            <a:lnTo>
                              <a:pt x="11917" y="4950"/>
                            </a:lnTo>
                            <a:lnTo>
                              <a:pt x="21600" y="0"/>
                            </a:lnTo>
                            <a:lnTo>
                              <a:pt x="15641" y="2700"/>
                            </a:lnTo>
                            <a:lnTo>
                              <a:pt x="6703" y="6300"/>
                            </a:lnTo>
                            <a:lnTo>
                              <a:pt x="0" y="9450"/>
                            </a:lnTo>
                            <a:lnTo>
                              <a:pt x="1490" y="12150"/>
                            </a:lnTo>
                            <a:lnTo>
                              <a:pt x="745" y="15300"/>
                            </a:lnTo>
                            <a:lnTo>
                              <a:pt x="745" y="18450"/>
                            </a:lnTo>
                            <a:lnTo>
                              <a:pt x="8938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1" name="Shape"/>
                      <p:cNvSpPr/>
                      <p:nvPr/>
                    </p:nvSpPr>
                    <p:spPr>
                      <a:xfrm>
                        <a:off x="0" y="90487"/>
                        <a:ext cx="31750" cy="5873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9720" y="18097"/>
                            </a:moveTo>
                            <a:lnTo>
                              <a:pt x="0" y="11092"/>
                            </a:lnTo>
                            <a:lnTo>
                              <a:pt x="3240" y="6422"/>
                            </a:lnTo>
                            <a:lnTo>
                              <a:pt x="11880" y="0"/>
                            </a:lnTo>
                            <a:lnTo>
                              <a:pt x="5400" y="11676"/>
                            </a:lnTo>
                            <a:lnTo>
                              <a:pt x="10800" y="16930"/>
                            </a:lnTo>
                            <a:lnTo>
                              <a:pt x="21600" y="21600"/>
                            </a:lnTo>
                            <a:lnTo>
                              <a:pt x="9720" y="18097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2" name="Shape"/>
                      <p:cNvSpPr/>
                      <p:nvPr/>
                    </p:nvSpPr>
                    <p:spPr>
                      <a:xfrm>
                        <a:off x="25400" y="0"/>
                        <a:ext cx="44450" cy="5873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21600" y="0"/>
                            </a:moveTo>
                            <a:lnTo>
                              <a:pt x="11571" y="5254"/>
                            </a:lnTo>
                            <a:lnTo>
                              <a:pt x="3086" y="10508"/>
                            </a:lnTo>
                            <a:lnTo>
                              <a:pt x="1543" y="15178"/>
                            </a:lnTo>
                            <a:lnTo>
                              <a:pt x="0" y="21600"/>
                            </a:lnTo>
                            <a:lnTo>
                              <a:pt x="3086" y="16346"/>
                            </a:lnTo>
                            <a:lnTo>
                              <a:pt x="6171" y="11092"/>
                            </a:lnTo>
                            <a:lnTo>
                              <a:pt x="15429" y="4670"/>
                            </a:lnTo>
                            <a:lnTo>
                              <a:pt x="21600" y="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3" name="Shape"/>
                      <p:cNvSpPr/>
                      <p:nvPr/>
                    </p:nvSpPr>
                    <p:spPr>
                      <a:xfrm>
                        <a:off x="20637" y="112712"/>
                        <a:ext cx="25401" cy="3651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8100" y="21600"/>
                            </a:moveTo>
                            <a:lnTo>
                              <a:pt x="2700" y="14087"/>
                            </a:lnTo>
                            <a:lnTo>
                              <a:pt x="0" y="10330"/>
                            </a:lnTo>
                            <a:lnTo>
                              <a:pt x="6750" y="4696"/>
                            </a:lnTo>
                            <a:lnTo>
                              <a:pt x="20250" y="0"/>
                            </a:lnTo>
                            <a:lnTo>
                              <a:pt x="12150" y="5635"/>
                            </a:lnTo>
                            <a:lnTo>
                              <a:pt x="6750" y="13148"/>
                            </a:lnTo>
                            <a:lnTo>
                              <a:pt x="14850" y="14087"/>
                            </a:lnTo>
                            <a:lnTo>
                              <a:pt x="21600" y="9391"/>
                            </a:lnTo>
                            <a:lnTo>
                              <a:pt x="17550" y="14087"/>
                            </a:lnTo>
                            <a:lnTo>
                              <a:pt x="810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</p:grpSp>
              </p:grpSp>
              <p:grpSp>
                <p:nvGrpSpPr>
                  <p:cNvPr id="182" name="Group"/>
                  <p:cNvGrpSpPr/>
                  <p:nvPr/>
                </p:nvGrpSpPr>
                <p:grpSpPr>
                  <a:xfrm>
                    <a:off x="304800" y="260350"/>
                    <a:ext cx="206375" cy="88900"/>
                    <a:chOff x="0" y="0"/>
                    <a:chExt cx="206375" cy="88900"/>
                  </a:xfrm>
                </p:grpSpPr>
                <p:sp>
                  <p:nvSpPr>
                    <p:cNvPr id="176" name="Shape"/>
                    <p:cNvSpPr/>
                    <p:nvPr/>
                  </p:nvSpPr>
                  <p:spPr>
                    <a:xfrm>
                      <a:off x="0" y="0"/>
                      <a:ext cx="206375" cy="8890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329" y="5400"/>
                          </a:moveTo>
                          <a:lnTo>
                            <a:pt x="5151" y="5786"/>
                          </a:lnTo>
                          <a:lnTo>
                            <a:pt x="7975" y="5400"/>
                          </a:lnTo>
                          <a:lnTo>
                            <a:pt x="11132" y="2700"/>
                          </a:lnTo>
                          <a:lnTo>
                            <a:pt x="13957" y="386"/>
                          </a:lnTo>
                          <a:lnTo>
                            <a:pt x="16449" y="0"/>
                          </a:lnTo>
                          <a:lnTo>
                            <a:pt x="17446" y="1929"/>
                          </a:lnTo>
                          <a:lnTo>
                            <a:pt x="19108" y="3471"/>
                          </a:lnTo>
                          <a:lnTo>
                            <a:pt x="21102" y="3857"/>
                          </a:lnTo>
                          <a:lnTo>
                            <a:pt x="21600" y="5786"/>
                          </a:lnTo>
                          <a:lnTo>
                            <a:pt x="21434" y="10029"/>
                          </a:lnTo>
                          <a:lnTo>
                            <a:pt x="20935" y="12343"/>
                          </a:lnTo>
                          <a:lnTo>
                            <a:pt x="19938" y="14657"/>
                          </a:lnTo>
                          <a:lnTo>
                            <a:pt x="18609" y="17357"/>
                          </a:lnTo>
                          <a:lnTo>
                            <a:pt x="17945" y="19671"/>
                          </a:lnTo>
                          <a:lnTo>
                            <a:pt x="16948" y="21600"/>
                          </a:lnTo>
                          <a:lnTo>
                            <a:pt x="16117" y="21600"/>
                          </a:lnTo>
                          <a:lnTo>
                            <a:pt x="14788" y="19286"/>
                          </a:lnTo>
                          <a:lnTo>
                            <a:pt x="14123" y="20443"/>
                          </a:lnTo>
                          <a:lnTo>
                            <a:pt x="12794" y="20443"/>
                          </a:lnTo>
                          <a:lnTo>
                            <a:pt x="11963" y="17357"/>
                          </a:lnTo>
                          <a:lnTo>
                            <a:pt x="11298" y="17743"/>
                          </a:lnTo>
                          <a:lnTo>
                            <a:pt x="10468" y="17743"/>
                          </a:lnTo>
                          <a:lnTo>
                            <a:pt x="9969" y="16200"/>
                          </a:lnTo>
                          <a:lnTo>
                            <a:pt x="9138" y="17357"/>
                          </a:lnTo>
                          <a:lnTo>
                            <a:pt x="8308" y="18129"/>
                          </a:lnTo>
                          <a:lnTo>
                            <a:pt x="7145" y="17357"/>
                          </a:lnTo>
                          <a:lnTo>
                            <a:pt x="6812" y="15429"/>
                          </a:lnTo>
                          <a:lnTo>
                            <a:pt x="6646" y="13500"/>
                          </a:lnTo>
                          <a:lnTo>
                            <a:pt x="4985" y="14271"/>
                          </a:lnTo>
                          <a:lnTo>
                            <a:pt x="3655" y="14657"/>
                          </a:lnTo>
                          <a:lnTo>
                            <a:pt x="3323" y="13500"/>
                          </a:lnTo>
                          <a:lnTo>
                            <a:pt x="2160" y="13500"/>
                          </a:lnTo>
                          <a:lnTo>
                            <a:pt x="498" y="11186"/>
                          </a:lnTo>
                          <a:lnTo>
                            <a:pt x="0" y="8871"/>
                          </a:lnTo>
                          <a:lnTo>
                            <a:pt x="332" y="7714"/>
                          </a:lnTo>
                          <a:lnTo>
                            <a:pt x="0" y="5400"/>
                          </a:lnTo>
                          <a:lnTo>
                            <a:pt x="1329" y="5400"/>
                          </a:lnTo>
                        </a:path>
                      </a:pathLst>
                    </a:custGeom>
                    <a:solidFill>
                      <a:srgbClr val="CD9251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grpSp>
                  <p:nvGrpSpPr>
                    <p:cNvPr id="181" name="Group"/>
                    <p:cNvGrpSpPr/>
                    <p:nvPr/>
                  </p:nvGrpSpPr>
                  <p:grpSpPr>
                    <a:xfrm>
                      <a:off x="30162" y="14287"/>
                      <a:ext cx="155576" cy="68263"/>
                      <a:chOff x="0" y="0"/>
                      <a:chExt cx="155575" cy="68262"/>
                    </a:xfrm>
                  </p:grpSpPr>
                  <p:sp>
                    <p:nvSpPr>
                      <p:cNvPr id="177" name="Shape"/>
                      <p:cNvSpPr/>
                      <p:nvPr/>
                    </p:nvSpPr>
                    <p:spPr>
                      <a:xfrm>
                        <a:off x="0" y="22225"/>
                        <a:ext cx="49213" cy="2063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21600"/>
                            </a:moveTo>
                            <a:lnTo>
                              <a:pt x="11148" y="14954"/>
                            </a:lnTo>
                            <a:lnTo>
                              <a:pt x="21600" y="0"/>
                            </a:lnTo>
                            <a:lnTo>
                              <a:pt x="17419" y="11631"/>
                            </a:lnTo>
                            <a:lnTo>
                              <a:pt x="12542" y="18277"/>
                            </a:lnTo>
                            <a:lnTo>
                              <a:pt x="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8" name="Shape"/>
                      <p:cNvSpPr/>
                      <p:nvPr/>
                    </p:nvSpPr>
                    <p:spPr>
                      <a:xfrm>
                        <a:off x="63500" y="0"/>
                        <a:ext cx="39688" cy="55563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21600"/>
                            </a:moveTo>
                            <a:lnTo>
                              <a:pt x="6912" y="14194"/>
                            </a:lnTo>
                            <a:lnTo>
                              <a:pt x="21600" y="0"/>
                            </a:lnTo>
                            <a:lnTo>
                              <a:pt x="17280" y="8640"/>
                            </a:lnTo>
                            <a:lnTo>
                              <a:pt x="14688" y="14811"/>
                            </a:lnTo>
                            <a:lnTo>
                              <a:pt x="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79" name="Shape"/>
                      <p:cNvSpPr/>
                      <p:nvPr/>
                    </p:nvSpPr>
                    <p:spPr>
                      <a:xfrm>
                        <a:off x="109537" y="3175"/>
                        <a:ext cx="28576" cy="65088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wd2" y="hd2"/>
                          </a:cxn>
                          <a:cxn ang="5400000">
                            <a:pos x="wd2" y="hd2"/>
                          </a:cxn>
                          <a:cxn ang="10800000">
                            <a:pos x="wd2" y="hd2"/>
                          </a:cxn>
                          <a:cxn ang="16200000">
                            <a:pos x="wd2" y="hd2"/>
                          </a:cxn>
                        </a:cxnLst>
                        <a:rect l="0" t="0" r="r" b="b"/>
                        <a:pathLst>
                          <a:path w="21600" h="21600" extrusionOk="0">
                            <a:moveTo>
                              <a:pt x="0" y="21600"/>
                            </a:moveTo>
                            <a:lnTo>
                              <a:pt x="15600" y="16859"/>
                            </a:lnTo>
                            <a:lnTo>
                              <a:pt x="15600" y="6849"/>
                            </a:lnTo>
                            <a:lnTo>
                              <a:pt x="4800" y="0"/>
                            </a:lnTo>
                            <a:lnTo>
                              <a:pt x="16800" y="6849"/>
                            </a:lnTo>
                            <a:lnTo>
                              <a:pt x="21600" y="13171"/>
                            </a:lnTo>
                            <a:lnTo>
                              <a:pt x="20400" y="18966"/>
                            </a:lnTo>
                            <a:lnTo>
                              <a:pt x="0" y="21600"/>
                            </a:lnTo>
                          </a:path>
                        </a:pathLst>
                      </a:custGeom>
                      <a:solidFill>
                        <a:srgbClr val="945200"/>
                      </a:solidFill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50800" tIns="50800" rIns="50800" bIns="50800" numCol="1" anchor="ctr">
                        <a:noAutofit/>
                      </a:bodyPr>
                      <a:lstStyle/>
                      <a:p>
                        <a:pPr marL="40639" marR="40639" defTabSz="914400">
                          <a:defRPr sz="2400">
                            <a:solidFill>
                              <a:srgbClr val="FFFFFF"/>
                            </a:solidFill>
                            <a:uFill>
                              <a:solidFill>
                                <a:srgbClr val="FFFFFF"/>
                              </a:solidFill>
                            </a:uFill>
                            <a:latin typeface="Times New Roman"/>
                            <a:ea typeface="Times New Roman"/>
                            <a:cs typeface="Times New Roman"/>
                            <a:sym typeface="Times New Roman"/>
                          </a:defRPr>
                        </a:pPr>
                        <a:endParaRPr/>
                      </a:p>
                    </p:txBody>
                  </p:sp>
                  <p:sp>
                    <p:nvSpPr>
                      <p:cNvPr id="180" name="Line"/>
                      <p:cNvSpPr/>
                      <p:nvPr/>
                    </p:nvSpPr>
                    <p:spPr>
                      <a:xfrm>
                        <a:off x="147637" y="23812"/>
                        <a:ext cx="7938" cy="25401"/>
                      </a:xfrm>
                      <a:prstGeom prst="line">
                        <a:avLst/>
                      </a:prstGeom>
                      <a:noFill/>
                      <a:ln w="12700" cap="rnd">
                        <a:solidFill>
                          <a:srgbClr val="000000"/>
                        </a:solidFill>
                        <a:prstDash val="solid"/>
                        <a:round/>
                      </a:ln>
                      <a:effectLst/>
                    </p:spPr>
                    <p:txBody>
                      <a:bodyPr wrap="square" lIns="0" tIns="0" rIns="0" bIns="0" numCol="1" anchor="t">
                        <a:noAutofit/>
                      </a:bodyPr>
                      <a:lstStyle/>
                      <a:p>
                        <a:endParaRPr/>
                      </a:p>
                    </p:txBody>
                  </p:sp>
                </p:grpSp>
              </p:grpSp>
            </p:grpSp>
            <p:grpSp>
              <p:nvGrpSpPr>
                <p:cNvPr id="191" name="Group"/>
                <p:cNvGrpSpPr/>
                <p:nvPr/>
              </p:nvGrpSpPr>
              <p:grpSpPr>
                <a:xfrm>
                  <a:off x="365125" y="107950"/>
                  <a:ext cx="246063" cy="187325"/>
                  <a:chOff x="0" y="0"/>
                  <a:chExt cx="246062" cy="187325"/>
                </a:xfrm>
              </p:grpSpPr>
              <p:sp>
                <p:nvSpPr>
                  <p:cNvPr id="184" name="Shape"/>
                  <p:cNvSpPr/>
                  <p:nvPr/>
                </p:nvSpPr>
                <p:spPr>
                  <a:xfrm>
                    <a:off x="107950" y="68262"/>
                    <a:ext cx="117475" cy="95251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459" y="8640"/>
                        </a:moveTo>
                        <a:lnTo>
                          <a:pt x="4086" y="4320"/>
                        </a:lnTo>
                        <a:lnTo>
                          <a:pt x="5546" y="2880"/>
                        </a:lnTo>
                        <a:lnTo>
                          <a:pt x="9049" y="1080"/>
                        </a:lnTo>
                        <a:lnTo>
                          <a:pt x="12843" y="0"/>
                        </a:lnTo>
                        <a:lnTo>
                          <a:pt x="16346" y="0"/>
                        </a:lnTo>
                        <a:lnTo>
                          <a:pt x="18389" y="720"/>
                        </a:lnTo>
                        <a:lnTo>
                          <a:pt x="20432" y="3240"/>
                        </a:lnTo>
                        <a:lnTo>
                          <a:pt x="21600" y="6840"/>
                        </a:lnTo>
                        <a:lnTo>
                          <a:pt x="21308" y="10800"/>
                        </a:lnTo>
                        <a:lnTo>
                          <a:pt x="19265" y="14040"/>
                        </a:lnTo>
                        <a:lnTo>
                          <a:pt x="17805" y="16920"/>
                        </a:lnTo>
                        <a:lnTo>
                          <a:pt x="14011" y="19440"/>
                        </a:lnTo>
                        <a:lnTo>
                          <a:pt x="9049" y="20520"/>
                        </a:lnTo>
                        <a:lnTo>
                          <a:pt x="4670" y="21600"/>
                        </a:lnTo>
                        <a:lnTo>
                          <a:pt x="1751" y="20520"/>
                        </a:lnTo>
                        <a:lnTo>
                          <a:pt x="292" y="18360"/>
                        </a:lnTo>
                        <a:lnTo>
                          <a:pt x="0" y="14760"/>
                        </a:lnTo>
                        <a:lnTo>
                          <a:pt x="1459" y="8640"/>
                        </a:lnTo>
                      </a:path>
                    </a:pathLst>
                  </a:custGeom>
                  <a:solidFill>
                    <a:srgbClr val="F3F3FF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85" name="Shape"/>
                  <p:cNvSpPr/>
                  <p:nvPr/>
                </p:nvSpPr>
                <p:spPr>
                  <a:xfrm>
                    <a:off x="158750" y="38100"/>
                    <a:ext cx="87313" cy="587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749" y="0"/>
                        </a:moveTo>
                        <a:lnTo>
                          <a:pt x="20815" y="12843"/>
                        </a:lnTo>
                        <a:lnTo>
                          <a:pt x="21600" y="14595"/>
                        </a:lnTo>
                        <a:lnTo>
                          <a:pt x="21600" y="16930"/>
                        </a:lnTo>
                        <a:lnTo>
                          <a:pt x="21207" y="19265"/>
                        </a:lnTo>
                        <a:lnTo>
                          <a:pt x="20815" y="21016"/>
                        </a:lnTo>
                        <a:lnTo>
                          <a:pt x="20029" y="21600"/>
                        </a:lnTo>
                        <a:lnTo>
                          <a:pt x="18065" y="21600"/>
                        </a:lnTo>
                        <a:lnTo>
                          <a:pt x="1571" y="9341"/>
                        </a:lnTo>
                        <a:lnTo>
                          <a:pt x="393" y="7589"/>
                        </a:lnTo>
                        <a:lnTo>
                          <a:pt x="0" y="5254"/>
                        </a:lnTo>
                        <a:lnTo>
                          <a:pt x="393" y="2919"/>
                        </a:lnTo>
                        <a:lnTo>
                          <a:pt x="1178" y="1168"/>
                        </a:lnTo>
                        <a:lnTo>
                          <a:pt x="1964" y="0"/>
                        </a:lnTo>
                        <a:lnTo>
                          <a:pt x="2749" y="0"/>
                        </a:lnTo>
                      </a:path>
                    </a:pathLst>
                  </a:custGeom>
                  <a:solidFill>
                    <a:srgbClr val="CD9251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86" name="Shape"/>
                  <p:cNvSpPr/>
                  <p:nvPr/>
                </p:nvSpPr>
                <p:spPr>
                  <a:xfrm>
                    <a:off x="79375" y="41275"/>
                    <a:ext cx="158750" cy="146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6696" y="0"/>
                        </a:moveTo>
                        <a:lnTo>
                          <a:pt x="12960" y="4930"/>
                        </a:lnTo>
                        <a:lnTo>
                          <a:pt x="15552" y="7278"/>
                        </a:lnTo>
                        <a:lnTo>
                          <a:pt x="18144" y="9861"/>
                        </a:lnTo>
                        <a:lnTo>
                          <a:pt x="19872" y="11974"/>
                        </a:lnTo>
                        <a:lnTo>
                          <a:pt x="21168" y="14087"/>
                        </a:lnTo>
                        <a:lnTo>
                          <a:pt x="21600" y="16435"/>
                        </a:lnTo>
                        <a:lnTo>
                          <a:pt x="21384" y="19017"/>
                        </a:lnTo>
                        <a:lnTo>
                          <a:pt x="20088" y="20426"/>
                        </a:lnTo>
                        <a:lnTo>
                          <a:pt x="18144" y="21600"/>
                        </a:lnTo>
                        <a:lnTo>
                          <a:pt x="13392" y="21600"/>
                        </a:lnTo>
                        <a:lnTo>
                          <a:pt x="10152" y="21130"/>
                        </a:lnTo>
                        <a:lnTo>
                          <a:pt x="4968" y="19722"/>
                        </a:lnTo>
                        <a:lnTo>
                          <a:pt x="4104" y="18313"/>
                        </a:lnTo>
                        <a:lnTo>
                          <a:pt x="2592" y="16435"/>
                        </a:lnTo>
                        <a:lnTo>
                          <a:pt x="0" y="15496"/>
                        </a:lnTo>
                        <a:lnTo>
                          <a:pt x="2160" y="12209"/>
                        </a:lnTo>
                        <a:lnTo>
                          <a:pt x="2160" y="4930"/>
                        </a:lnTo>
                        <a:lnTo>
                          <a:pt x="6696" y="0"/>
                        </a:lnTo>
                      </a:path>
                    </a:pathLst>
                  </a:custGeom>
                  <a:solidFill>
                    <a:srgbClr val="E7B092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grpSp>
                <p:nvGrpSpPr>
                  <p:cNvPr id="190" name="Group"/>
                  <p:cNvGrpSpPr/>
                  <p:nvPr/>
                </p:nvGrpSpPr>
                <p:grpSpPr>
                  <a:xfrm>
                    <a:off x="0" y="0"/>
                    <a:ext cx="149225" cy="127000"/>
                    <a:chOff x="0" y="0"/>
                    <a:chExt cx="149225" cy="127000"/>
                  </a:xfrm>
                </p:grpSpPr>
                <p:sp>
                  <p:nvSpPr>
                    <p:cNvPr id="187" name="Shape"/>
                    <p:cNvSpPr/>
                    <p:nvPr/>
                  </p:nvSpPr>
                  <p:spPr>
                    <a:xfrm>
                      <a:off x="0" y="30162"/>
                      <a:ext cx="117475" cy="96838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1459" y="8852"/>
                          </a:moveTo>
                          <a:lnTo>
                            <a:pt x="4086" y="4603"/>
                          </a:lnTo>
                          <a:lnTo>
                            <a:pt x="5546" y="2833"/>
                          </a:lnTo>
                          <a:lnTo>
                            <a:pt x="9049" y="708"/>
                          </a:lnTo>
                          <a:lnTo>
                            <a:pt x="13135" y="0"/>
                          </a:lnTo>
                          <a:lnTo>
                            <a:pt x="16346" y="0"/>
                          </a:lnTo>
                          <a:lnTo>
                            <a:pt x="18681" y="708"/>
                          </a:lnTo>
                          <a:lnTo>
                            <a:pt x="20724" y="3187"/>
                          </a:lnTo>
                          <a:lnTo>
                            <a:pt x="21600" y="7082"/>
                          </a:lnTo>
                          <a:lnTo>
                            <a:pt x="21308" y="10977"/>
                          </a:lnTo>
                          <a:lnTo>
                            <a:pt x="19557" y="14518"/>
                          </a:lnTo>
                          <a:lnTo>
                            <a:pt x="17805" y="16643"/>
                          </a:lnTo>
                          <a:lnTo>
                            <a:pt x="14011" y="19121"/>
                          </a:lnTo>
                          <a:lnTo>
                            <a:pt x="9049" y="20538"/>
                          </a:lnTo>
                          <a:lnTo>
                            <a:pt x="4962" y="21600"/>
                          </a:lnTo>
                          <a:lnTo>
                            <a:pt x="2043" y="20538"/>
                          </a:lnTo>
                          <a:lnTo>
                            <a:pt x="584" y="18413"/>
                          </a:lnTo>
                          <a:lnTo>
                            <a:pt x="0" y="14872"/>
                          </a:lnTo>
                          <a:lnTo>
                            <a:pt x="1459" y="8852"/>
                          </a:lnTo>
                        </a:path>
                      </a:pathLst>
                    </a:custGeom>
                    <a:solidFill>
                      <a:srgbClr val="F3F3FF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sp>
                  <p:nvSpPr>
                    <p:cNvPr id="188" name="Oval"/>
                    <p:cNvSpPr/>
                    <p:nvPr/>
                  </p:nvSpPr>
                  <p:spPr>
                    <a:xfrm>
                      <a:off x="17462" y="103187"/>
                      <a:ext cx="19051" cy="15876"/>
                    </a:xfrm>
                    <a:prstGeom prst="ellipse">
                      <a:avLst/>
                    </a:prstGeom>
                    <a:solidFill>
                      <a:srgbClr val="009193"/>
                    </a:solidFill>
                    <a:ln w="12700" cap="flat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sp>
                  <p:nvSpPr>
                    <p:cNvPr id="189" name="Shape"/>
                    <p:cNvSpPr/>
                    <p:nvPr/>
                  </p:nvSpPr>
                  <p:spPr>
                    <a:xfrm>
                      <a:off x="26987" y="0"/>
                      <a:ext cx="122238" cy="63500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3086" y="0"/>
                          </a:moveTo>
                          <a:lnTo>
                            <a:pt x="20758" y="12960"/>
                          </a:lnTo>
                          <a:lnTo>
                            <a:pt x="21319" y="14580"/>
                          </a:lnTo>
                          <a:lnTo>
                            <a:pt x="21600" y="17280"/>
                          </a:lnTo>
                          <a:lnTo>
                            <a:pt x="21319" y="18900"/>
                          </a:lnTo>
                          <a:lnTo>
                            <a:pt x="20758" y="20520"/>
                          </a:lnTo>
                          <a:lnTo>
                            <a:pt x="19636" y="21600"/>
                          </a:lnTo>
                          <a:lnTo>
                            <a:pt x="18234" y="21600"/>
                          </a:lnTo>
                          <a:lnTo>
                            <a:pt x="1683" y="9180"/>
                          </a:lnTo>
                          <a:lnTo>
                            <a:pt x="281" y="7560"/>
                          </a:lnTo>
                          <a:lnTo>
                            <a:pt x="0" y="5400"/>
                          </a:lnTo>
                          <a:lnTo>
                            <a:pt x="281" y="2700"/>
                          </a:lnTo>
                          <a:lnTo>
                            <a:pt x="842" y="1620"/>
                          </a:lnTo>
                          <a:lnTo>
                            <a:pt x="1964" y="540"/>
                          </a:lnTo>
                          <a:lnTo>
                            <a:pt x="3086" y="0"/>
                          </a:lnTo>
                        </a:path>
                      </a:pathLst>
                    </a:custGeom>
                    <a:solidFill>
                      <a:srgbClr val="CD9251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</p:grpSp>
            </p:grpSp>
            <p:grpSp>
              <p:nvGrpSpPr>
                <p:cNvPr id="194" name="Group"/>
                <p:cNvGrpSpPr/>
                <p:nvPr/>
              </p:nvGrpSpPr>
              <p:grpSpPr>
                <a:xfrm>
                  <a:off x="52387" y="201612"/>
                  <a:ext cx="112713" cy="117476"/>
                  <a:chOff x="0" y="0"/>
                  <a:chExt cx="112712" cy="117475"/>
                </a:xfrm>
              </p:grpSpPr>
              <p:sp>
                <p:nvSpPr>
                  <p:cNvPr id="192" name="Shape"/>
                  <p:cNvSpPr/>
                  <p:nvPr/>
                </p:nvSpPr>
                <p:spPr>
                  <a:xfrm>
                    <a:off x="0" y="0"/>
                    <a:ext cx="104775" cy="1174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7673" y="3503"/>
                        </a:moveTo>
                        <a:lnTo>
                          <a:pt x="14073" y="584"/>
                        </a:lnTo>
                        <a:lnTo>
                          <a:pt x="11782" y="0"/>
                        </a:lnTo>
                        <a:lnTo>
                          <a:pt x="7527" y="0"/>
                        </a:lnTo>
                        <a:lnTo>
                          <a:pt x="3927" y="1459"/>
                        </a:lnTo>
                        <a:lnTo>
                          <a:pt x="1964" y="3503"/>
                        </a:lnTo>
                        <a:lnTo>
                          <a:pt x="655" y="5546"/>
                        </a:lnTo>
                        <a:lnTo>
                          <a:pt x="0" y="7881"/>
                        </a:lnTo>
                        <a:lnTo>
                          <a:pt x="0" y="10800"/>
                        </a:lnTo>
                        <a:lnTo>
                          <a:pt x="1309" y="14011"/>
                        </a:lnTo>
                        <a:lnTo>
                          <a:pt x="3600" y="16346"/>
                        </a:lnTo>
                        <a:lnTo>
                          <a:pt x="6218" y="17805"/>
                        </a:lnTo>
                        <a:lnTo>
                          <a:pt x="9491" y="18681"/>
                        </a:lnTo>
                        <a:lnTo>
                          <a:pt x="11455" y="20724"/>
                        </a:lnTo>
                        <a:lnTo>
                          <a:pt x="13091" y="21308"/>
                        </a:lnTo>
                        <a:lnTo>
                          <a:pt x="15055" y="21600"/>
                        </a:lnTo>
                        <a:lnTo>
                          <a:pt x="17345" y="21016"/>
                        </a:lnTo>
                        <a:lnTo>
                          <a:pt x="19964" y="19849"/>
                        </a:lnTo>
                        <a:lnTo>
                          <a:pt x="20945" y="18097"/>
                        </a:lnTo>
                        <a:lnTo>
                          <a:pt x="21600" y="15470"/>
                        </a:lnTo>
                        <a:lnTo>
                          <a:pt x="20291" y="12843"/>
                        </a:lnTo>
                        <a:lnTo>
                          <a:pt x="20291" y="10216"/>
                        </a:lnTo>
                        <a:lnTo>
                          <a:pt x="19309" y="6422"/>
                        </a:lnTo>
                        <a:lnTo>
                          <a:pt x="17673" y="3503"/>
                        </a:lnTo>
                      </a:path>
                    </a:pathLst>
                  </a:custGeom>
                  <a:solidFill>
                    <a:srgbClr val="E7B092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193" name="Shape"/>
                  <p:cNvSpPr/>
                  <p:nvPr/>
                </p:nvSpPr>
                <p:spPr>
                  <a:xfrm>
                    <a:off x="11112" y="6350"/>
                    <a:ext cx="101601" cy="1095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7550" y="3130"/>
                        </a:moveTo>
                        <a:lnTo>
                          <a:pt x="14175" y="626"/>
                        </a:lnTo>
                        <a:lnTo>
                          <a:pt x="11812" y="0"/>
                        </a:lnTo>
                        <a:lnTo>
                          <a:pt x="7425" y="0"/>
                        </a:lnTo>
                        <a:lnTo>
                          <a:pt x="4050" y="1252"/>
                        </a:lnTo>
                        <a:lnTo>
                          <a:pt x="2025" y="3130"/>
                        </a:lnTo>
                        <a:lnTo>
                          <a:pt x="675" y="5635"/>
                        </a:lnTo>
                        <a:lnTo>
                          <a:pt x="0" y="7826"/>
                        </a:lnTo>
                        <a:lnTo>
                          <a:pt x="0" y="10643"/>
                        </a:lnTo>
                        <a:lnTo>
                          <a:pt x="1350" y="13774"/>
                        </a:lnTo>
                        <a:lnTo>
                          <a:pt x="3712" y="16278"/>
                        </a:lnTo>
                        <a:lnTo>
                          <a:pt x="6412" y="17843"/>
                        </a:lnTo>
                        <a:lnTo>
                          <a:pt x="9450" y="18783"/>
                        </a:lnTo>
                        <a:lnTo>
                          <a:pt x="11138" y="20661"/>
                        </a:lnTo>
                        <a:lnTo>
                          <a:pt x="12825" y="21287"/>
                        </a:lnTo>
                        <a:lnTo>
                          <a:pt x="14850" y="21600"/>
                        </a:lnTo>
                        <a:lnTo>
                          <a:pt x="17550" y="20974"/>
                        </a:lnTo>
                        <a:lnTo>
                          <a:pt x="19912" y="20035"/>
                        </a:lnTo>
                        <a:lnTo>
                          <a:pt x="20925" y="18157"/>
                        </a:lnTo>
                        <a:lnTo>
                          <a:pt x="21600" y="15339"/>
                        </a:lnTo>
                        <a:lnTo>
                          <a:pt x="20250" y="12835"/>
                        </a:lnTo>
                        <a:lnTo>
                          <a:pt x="20250" y="10017"/>
                        </a:lnTo>
                        <a:lnTo>
                          <a:pt x="19238" y="6574"/>
                        </a:lnTo>
                        <a:lnTo>
                          <a:pt x="17550" y="3130"/>
                        </a:lnTo>
                      </a:path>
                    </a:pathLst>
                  </a:custGeom>
                  <a:solidFill>
                    <a:srgbClr val="E7B092"/>
                  </a:solidFill>
                  <a:ln w="12700" cap="flat">
                    <a:noFill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</p:grpSp>
          <p:grpSp>
            <p:nvGrpSpPr>
              <p:cNvPr id="215" name="Group"/>
              <p:cNvGrpSpPr/>
              <p:nvPr/>
            </p:nvGrpSpPr>
            <p:grpSpPr>
              <a:xfrm>
                <a:off x="0" y="315912"/>
                <a:ext cx="768350" cy="598488"/>
                <a:chOff x="0" y="0"/>
                <a:chExt cx="768350" cy="598487"/>
              </a:xfrm>
            </p:grpSpPr>
            <p:sp>
              <p:nvSpPr>
                <p:cNvPr id="196" name="Shape"/>
                <p:cNvSpPr/>
                <p:nvPr/>
              </p:nvSpPr>
              <p:spPr>
                <a:xfrm>
                  <a:off x="0" y="0"/>
                  <a:ext cx="619125" cy="5429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871" y="0"/>
                      </a:moveTo>
                      <a:lnTo>
                        <a:pt x="7255" y="947"/>
                      </a:lnTo>
                      <a:lnTo>
                        <a:pt x="8640" y="1832"/>
                      </a:lnTo>
                      <a:lnTo>
                        <a:pt x="9858" y="2463"/>
                      </a:lnTo>
                      <a:lnTo>
                        <a:pt x="14012" y="4168"/>
                      </a:lnTo>
                      <a:lnTo>
                        <a:pt x="14677" y="6821"/>
                      </a:lnTo>
                      <a:lnTo>
                        <a:pt x="15175" y="8211"/>
                      </a:lnTo>
                      <a:lnTo>
                        <a:pt x="15618" y="9221"/>
                      </a:lnTo>
                      <a:lnTo>
                        <a:pt x="16006" y="10295"/>
                      </a:lnTo>
                      <a:lnTo>
                        <a:pt x="16228" y="11305"/>
                      </a:lnTo>
                      <a:lnTo>
                        <a:pt x="16172" y="11937"/>
                      </a:lnTo>
                      <a:lnTo>
                        <a:pt x="16006" y="12758"/>
                      </a:lnTo>
                      <a:lnTo>
                        <a:pt x="16117" y="13642"/>
                      </a:lnTo>
                      <a:lnTo>
                        <a:pt x="16449" y="14589"/>
                      </a:lnTo>
                      <a:lnTo>
                        <a:pt x="17335" y="14968"/>
                      </a:lnTo>
                      <a:lnTo>
                        <a:pt x="18665" y="15284"/>
                      </a:lnTo>
                      <a:lnTo>
                        <a:pt x="19551" y="15600"/>
                      </a:lnTo>
                      <a:lnTo>
                        <a:pt x="20492" y="16295"/>
                      </a:lnTo>
                      <a:lnTo>
                        <a:pt x="21046" y="17053"/>
                      </a:lnTo>
                      <a:lnTo>
                        <a:pt x="21434" y="18000"/>
                      </a:lnTo>
                      <a:lnTo>
                        <a:pt x="21600" y="19137"/>
                      </a:lnTo>
                      <a:lnTo>
                        <a:pt x="21378" y="20779"/>
                      </a:lnTo>
                      <a:lnTo>
                        <a:pt x="5151" y="21600"/>
                      </a:lnTo>
                      <a:lnTo>
                        <a:pt x="2160" y="21537"/>
                      </a:lnTo>
                      <a:lnTo>
                        <a:pt x="1551" y="20779"/>
                      </a:lnTo>
                      <a:lnTo>
                        <a:pt x="997" y="19579"/>
                      </a:lnTo>
                      <a:lnTo>
                        <a:pt x="554" y="18189"/>
                      </a:lnTo>
                      <a:lnTo>
                        <a:pt x="277" y="17053"/>
                      </a:lnTo>
                      <a:lnTo>
                        <a:pt x="55" y="15789"/>
                      </a:lnTo>
                      <a:lnTo>
                        <a:pt x="0" y="14653"/>
                      </a:lnTo>
                      <a:lnTo>
                        <a:pt x="222" y="12821"/>
                      </a:lnTo>
                      <a:lnTo>
                        <a:pt x="554" y="11305"/>
                      </a:lnTo>
                      <a:lnTo>
                        <a:pt x="1052" y="9663"/>
                      </a:lnTo>
                      <a:lnTo>
                        <a:pt x="1662" y="8084"/>
                      </a:lnTo>
                      <a:lnTo>
                        <a:pt x="2271" y="6758"/>
                      </a:lnTo>
                      <a:lnTo>
                        <a:pt x="3157" y="5368"/>
                      </a:lnTo>
                      <a:lnTo>
                        <a:pt x="4265" y="4168"/>
                      </a:lnTo>
                      <a:lnTo>
                        <a:pt x="5262" y="3158"/>
                      </a:lnTo>
                      <a:lnTo>
                        <a:pt x="5982" y="2653"/>
                      </a:lnTo>
                      <a:lnTo>
                        <a:pt x="4320" y="1832"/>
                      </a:lnTo>
                      <a:lnTo>
                        <a:pt x="5871" y="0"/>
                      </a:lnTo>
                    </a:path>
                  </a:pathLst>
                </a:custGeom>
                <a:solidFill>
                  <a:srgbClr val="FF7C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97" name="Line"/>
                <p:cNvSpPr/>
                <p:nvPr/>
              </p:nvSpPr>
              <p:spPr>
                <a:xfrm>
                  <a:off x="412750" y="287337"/>
                  <a:ext cx="173038" cy="19843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793" y="3974"/>
                      </a:lnTo>
                      <a:lnTo>
                        <a:pt x="1585" y="7258"/>
                      </a:lnTo>
                      <a:lnTo>
                        <a:pt x="3369" y="9850"/>
                      </a:lnTo>
                      <a:lnTo>
                        <a:pt x="4756" y="11232"/>
                      </a:lnTo>
                      <a:lnTo>
                        <a:pt x="7332" y="12442"/>
                      </a:lnTo>
                      <a:lnTo>
                        <a:pt x="12286" y="13824"/>
                      </a:lnTo>
                      <a:lnTo>
                        <a:pt x="16250" y="15034"/>
                      </a:lnTo>
                      <a:lnTo>
                        <a:pt x="18231" y="15725"/>
                      </a:lnTo>
                      <a:lnTo>
                        <a:pt x="20015" y="17280"/>
                      </a:lnTo>
                      <a:lnTo>
                        <a:pt x="21006" y="19181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98" name="Shape"/>
                <p:cNvSpPr/>
                <p:nvPr/>
              </p:nvSpPr>
              <p:spPr>
                <a:xfrm>
                  <a:off x="166687" y="69850"/>
                  <a:ext cx="254001" cy="21907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313"/>
                      </a:moveTo>
                      <a:lnTo>
                        <a:pt x="675" y="0"/>
                      </a:lnTo>
                      <a:lnTo>
                        <a:pt x="2970" y="1722"/>
                      </a:lnTo>
                      <a:lnTo>
                        <a:pt x="5805" y="3443"/>
                      </a:lnTo>
                      <a:lnTo>
                        <a:pt x="8235" y="4539"/>
                      </a:lnTo>
                      <a:lnTo>
                        <a:pt x="10800" y="5948"/>
                      </a:lnTo>
                      <a:lnTo>
                        <a:pt x="14175" y="7826"/>
                      </a:lnTo>
                      <a:lnTo>
                        <a:pt x="16335" y="11113"/>
                      </a:lnTo>
                      <a:lnTo>
                        <a:pt x="17955" y="17217"/>
                      </a:lnTo>
                      <a:lnTo>
                        <a:pt x="19440" y="12209"/>
                      </a:lnTo>
                      <a:lnTo>
                        <a:pt x="20655" y="9078"/>
                      </a:lnTo>
                      <a:lnTo>
                        <a:pt x="20520" y="7043"/>
                      </a:lnTo>
                      <a:lnTo>
                        <a:pt x="21195" y="10017"/>
                      </a:lnTo>
                      <a:lnTo>
                        <a:pt x="21600" y="11583"/>
                      </a:lnTo>
                      <a:lnTo>
                        <a:pt x="20925" y="12991"/>
                      </a:lnTo>
                      <a:lnTo>
                        <a:pt x="19845" y="15652"/>
                      </a:lnTo>
                      <a:lnTo>
                        <a:pt x="18630" y="18783"/>
                      </a:lnTo>
                      <a:lnTo>
                        <a:pt x="17685" y="21600"/>
                      </a:lnTo>
                      <a:lnTo>
                        <a:pt x="16335" y="16748"/>
                      </a:lnTo>
                      <a:lnTo>
                        <a:pt x="15120" y="13461"/>
                      </a:lnTo>
                      <a:lnTo>
                        <a:pt x="14445" y="10330"/>
                      </a:lnTo>
                      <a:lnTo>
                        <a:pt x="10935" y="7043"/>
                      </a:lnTo>
                      <a:lnTo>
                        <a:pt x="4860" y="3757"/>
                      </a:lnTo>
                      <a:lnTo>
                        <a:pt x="0" y="313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E85CB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199" name="Shape"/>
                <p:cNvSpPr/>
                <p:nvPr/>
              </p:nvSpPr>
              <p:spPr>
                <a:xfrm>
                  <a:off x="182562" y="184150"/>
                  <a:ext cx="106363" cy="1841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1284" y="17317"/>
                      </a:moveTo>
                      <a:lnTo>
                        <a:pt x="5803" y="14524"/>
                      </a:lnTo>
                      <a:lnTo>
                        <a:pt x="3869" y="11731"/>
                      </a:lnTo>
                      <a:lnTo>
                        <a:pt x="3224" y="8938"/>
                      </a:lnTo>
                      <a:lnTo>
                        <a:pt x="2257" y="4841"/>
                      </a:lnTo>
                      <a:lnTo>
                        <a:pt x="5481" y="3538"/>
                      </a:lnTo>
                      <a:lnTo>
                        <a:pt x="6770" y="6517"/>
                      </a:lnTo>
                      <a:lnTo>
                        <a:pt x="9349" y="8007"/>
                      </a:lnTo>
                      <a:lnTo>
                        <a:pt x="10316" y="11172"/>
                      </a:lnTo>
                      <a:lnTo>
                        <a:pt x="11928" y="13593"/>
                      </a:lnTo>
                      <a:lnTo>
                        <a:pt x="15797" y="15641"/>
                      </a:lnTo>
                      <a:lnTo>
                        <a:pt x="18699" y="18248"/>
                      </a:lnTo>
                      <a:lnTo>
                        <a:pt x="21600" y="21600"/>
                      </a:lnTo>
                      <a:lnTo>
                        <a:pt x="21278" y="18807"/>
                      </a:lnTo>
                      <a:lnTo>
                        <a:pt x="20633" y="16386"/>
                      </a:lnTo>
                      <a:lnTo>
                        <a:pt x="16764" y="14524"/>
                      </a:lnTo>
                      <a:lnTo>
                        <a:pt x="14185" y="12103"/>
                      </a:lnTo>
                      <a:lnTo>
                        <a:pt x="12251" y="9124"/>
                      </a:lnTo>
                      <a:lnTo>
                        <a:pt x="10639" y="6703"/>
                      </a:lnTo>
                      <a:lnTo>
                        <a:pt x="8382" y="4841"/>
                      </a:lnTo>
                      <a:lnTo>
                        <a:pt x="7737" y="2234"/>
                      </a:lnTo>
                      <a:lnTo>
                        <a:pt x="6448" y="931"/>
                      </a:lnTo>
                      <a:lnTo>
                        <a:pt x="5158" y="0"/>
                      </a:lnTo>
                      <a:lnTo>
                        <a:pt x="2257" y="2421"/>
                      </a:lnTo>
                      <a:lnTo>
                        <a:pt x="0" y="5772"/>
                      </a:lnTo>
                      <a:lnTo>
                        <a:pt x="1612" y="6517"/>
                      </a:lnTo>
                      <a:lnTo>
                        <a:pt x="1612" y="8938"/>
                      </a:lnTo>
                      <a:lnTo>
                        <a:pt x="2579" y="12290"/>
                      </a:lnTo>
                      <a:lnTo>
                        <a:pt x="4191" y="14524"/>
                      </a:lnTo>
                      <a:lnTo>
                        <a:pt x="6770" y="16014"/>
                      </a:lnTo>
                      <a:lnTo>
                        <a:pt x="11284" y="17317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E85CB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00" name="Line"/>
                <p:cNvSpPr/>
                <p:nvPr/>
              </p:nvSpPr>
              <p:spPr>
                <a:xfrm>
                  <a:off x="15875" y="287337"/>
                  <a:ext cx="60325" cy="1238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15916" y="20769"/>
                      </a:lnTo>
                      <a:lnTo>
                        <a:pt x="10232" y="18277"/>
                      </a:lnTo>
                      <a:lnTo>
                        <a:pt x="7958" y="16615"/>
                      </a:lnTo>
                      <a:lnTo>
                        <a:pt x="5684" y="12738"/>
                      </a:lnTo>
                      <a:lnTo>
                        <a:pt x="3979" y="9969"/>
                      </a:lnTo>
                      <a:lnTo>
                        <a:pt x="1137" y="7200"/>
                      </a:lnTo>
                      <a:lnTo>
                        <a:pt x="0" y="4154"/>
                      </a:lnTo>
                      <a:lnTo>
                        <a:pt x="1705" y="2215"/>
                      </a:lnTo>
                      <a:lnTo>
                        <a:pt x="7389" y="0"/>
                      </a:lnTo>
                      <a:lnTo>
                        <a:pt x="1705" y="2215"/>
                      </a:lnTo>
                      <a:lnTo>
                        <a:pt x="568" y="4431"/>
                      </a:lnTo>
                      <a:lnTo>
                        <a:pt x="568" y="7200"/>
                      </a:lnTo>
                      <a:lnTo>
                        <a:pt x="3411" y="9415"/>
                      </a:lnTo>
                      <a:lnTo>
                        <a:pt x="6253" y="13569"/>
                      </a:lnTo>
                      <a:lnTo>
                        <a:pt x="7958" y="15785"/>
                      </a:lnTo>
                      <a:lnTo>
                        <a:pt x="10232" y="18554"/>
                      </a:lnTo>
                      <a:lnTo>
                        <a:pt x="16484" y="20769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01" name="Shape"/>
                <p:cNvSpPr/>
                <p:nvPr/>
              </p:nvSpPr>
              <p:spPr>
                <a:xfrm>
                  <a:off x="22225" y="287337"/>
                  <a:ext cx="58738" cy="1238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21600"/>
                      </a:moveTo>
                      <a:lnTo>
                        <a:pt x="13427" y="18831"/>
                      </a:lnTo>
                      <a:lnTo>
                        <a:pt x="9924" y="16338"/>
                      </a:lnTo>
                      <a:lnTo>
                        <a:pt x="8173" y="13846"/>
                      </a:lnTo>
                      <a:lnTo>
                        <a:pt x="5254" y="9692"/>
                      </a:lnTo>
                      <a:lnTo>
                        <a:pt x="2919" y="6923"/>
                      </a:lnTo>
                      <a:lnTo>
                        <a:pt x="1751" y="4985"/>
                      </a:lnTo>
                      <a:lnTo>
                        <a:pt x="3503" y="2492"/>
                      </a:lnTo>
                      <a:lnTo>
                        <a:pt x="7005" y="0"/>
                      </a:lnTo>
                      <a:lnTo>
                        <a:pt x="1751" y="2215"/>
                      </a:lnTo>
                      <a:lnTo>
                        <a:pt x="0" y="4431"/>
                      </a:lnTo>
                      <a:lnTo>
                        <a:pt x="0" y="7200"/>
                      </a:lnTo>
                      <a:lnTo>
                        <a:pt x="2919" y="9415"/>
                      </a:lnTo>
                      <a:lnTo>
                        <a:pt x="5838" y="13569"/>
                      </a:lnTo>
                      <a:lnTo>
                        <a:pt x="7589" y="15785"/>
                      </a:lnTo>
                      <a:lnTo>
                        <a:pt x="9924" y="18554"/>
                      </a:lnTo>
                      <a:lnTo>
                        <a:pt x="16346" y="20769"/>
                      </a:lnTo>
                      <a:lnTo>
                        <a:pt x="21600" y="21600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E85CB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211" name="Group"/>
                <p:cNvGrpSpPr/>
                <p:nvPr/>
              </p:nvGrpSpPr>
              <p:grpSpPr>
                <a:xfrm>
                  <a:off x="122237" y="392112"/>
                  <a:ext cx="646113" cy="206376"/>
                  <a:chOff x="0" y="0"/>
                  <a:chExt cx="646112" cy="206375"/>
                </a:xfrm>
              </p:grpSpPr>
              <p:sp>
                <p:nvSpPr>
                  <p:cNvPr id="202" name="Shape"/>
                  <p:cNvSpPr/>
                  <p:nvPr/>
                </p:nvSpPr>
                <p:spPr>
                  <a:xfrm>
                    <a:off x="0" y="0"/>
                    <a:ext cx="642938" cy="2063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5227" y="0"/>
                        </a:moveTo>
                        <a:lnTo>
                          <a:pt x="5547" y="2326"/>
                        </a:lnTo>
                        <a:lnTo>
                          <a:pt x="6347" y="5317"/>
                        </a:lnTo>
                        <a:lnTo>
                          <a:pt x="7733" y="7311"/>
                        </a:lnTo>
                        <a:lnTo>
                          <a:pt x="9600" y="8806"/>
                        </a:lnTo>
                        <a:lnTo>
                          <a:pt x="11840" y="10135"/>
                        </a:lnTo>
                        <a:lnTo>
                          <a:pt x="13600" y="10302"/>
                        </a:lnTo>
                        <a:lnTo>
                          <a:pt x="15467" y="10135"/>
                        </a:lnTo>
                        <a:lnTo>
                          <a:pt x="15787" y="9637"/>
                        </a:lnTo>
                        <a:lnTo>
                          <a:pt x="16320" y="7975"/>
                        </a:lnTo>
                        <a:lnTo>
                          <a:pt x="16747" y="6646"/>
                        </a:lnTo>
                        <a:lnTo>
                          <a:pt x="17333" y="5483"/>
                        </a:lnTo>
                        <a:lnTo>
                          <a:pt x="17547" y="4320"/>
                        </a:lnTo>
                        <a:lnTo>
                          <a:pt x="17813" y="3157"/>
                        </a:lnTo>
                        <a:lnTo>
                          <a:pt x="18240" y="2658"/>
                        </a:lnTo>
                        <a:lnTo>
                          <a:pt x="18773" y="2160"/>
                        </a:lnTo>
                        <a:lnTo>
                          <a:pt x="19520" y="1994"/>
                        </a:lnTo>
                        <a:lnTo>
                          <a:pt x="20320" y="2492"/>
                        </a:lnTo>
                        <a:lnTo>
                          <a:pt x="21013" y="3323"/>
                        </a:lnTo>
                        <a:lnTo>
                          <a:pt x="21387" y="4486"/>
                        </a:lnTo>
                        <a:lnTo>
                          <a:pt x="21547" y="5982"/>
                        </a:lnTo>
                        <a:lnTo>
                          <a:pt x="21280" y="9138"/>
                        </a:lnTo>
                        <a:lnTo>
                          <a:pt x="21547" y="10302"/>
                        </a:lnTo>
                        <a:lnTo>
                          <a:pt x="21600" y="11631"/>
                        </a:lnTo>
                        <a:lnTo>
                          <a:pt x="21440" y="12794"/>
                        </a:lnTo>
                        <a:lnTo>
                          <a:pt x="21067" y="13957"/>
                        </a:lnTo>
                        <a:lnTo>
                          <a:pt x="20800" y="14788"/>
                        </a:lnTo>
                        <a:lnTo>
                          <a:pt x="21013" y="16117"/>
                        </a:lnTo>
                        <a:lnTo>
                          <a:pt x="20907" y="17446"/>
                        </a:lnTo>
                        <a:lnTo>
                          <a:pt x="20693" y="18277"/>
                        </a:lnTo>
                        <a:lnTo>
                          <a:pt x="20480" y="19274"/>
                        </a:lnTo>
                        <a:lnTo>
                          <a:pt x="20320" y="20769"/>
                        </a:lnTo>
                        <a:lnTo>
                          <a:pt x="20107" y="21434"/>
                        </a:lnTo>
                        <a:lnTo>
                          <a:pt x="19467" y="21600"/>
                        </a:lnTo>
                        <a:lnTo>
                          <a:pt x="18560" y="21600"/>
                        </a:lnTo>
                        <a:lnTo>
                          <a:pt x="17707" y="21102"/>
                        </a:lnTo>
                        <a:lnTo>
                          <a:pt x="16747" y="20271"/>
                        </a:lnTo>
                        <a:lnTo>
                          <a:pt x="16107" y="19440"/>
                        </a:lnTo>
                        <a:lnTo>
                          <a:pt x="15680" y="18609"/>
                        </a:lnTo>
                        <a:lnTo>
                          <a:pt x="14080" y="19108"/>
                        </a:lnTo>
                        <a:lnTo>
                          <a:pt x="11947" y="19938"/>
                        </a:lnTo>
                        <a:lnTo>
                          <a:pt x="10400" y="20271"/>
                        </a:lnTo>
                        <a:lnTo>
                          <a:pt x="8800" y="20271"/>
                        </a:lnTo>
                        <a:lnTo>
                          <a:pt x="6720" y="20105"/>
                        </a:lnTo>
                        <a:lnTo>
                          <a:pt x="5440" y="19606"/>
                        </a:lnTo>
                        <a:lnTo>
                          <a:pt x="3253" y="17280"/>
                        </a:lnTo>
                        <a:lnTo>
                          <a:pt x="1920" y="15286"/>
                        </a:lnTo>
                        <a:lnTo>
                          <a:pt x="1067" y="12129"/>
                        </a:lnTo>
                        <a:lnTo>
                          <a:pt x="533" y="10800"/>
                        </a:lnTo>
                        <a:lnTo>
                          <a:pt x="0" y="7643"/>
                        </a:lnTo>
                        <a:lnTo>
                          <a:pt x="960" y="5815"/>
                        </a:lnTo>
                        <a:lnTo>
                          <a:pt x="2293" y="5151"/>
                        </a:lnTo>
                        <a:lnTo>
                          <a:pt x="3787" y="1495"/>
                        </a:lnTo>
                        <a:lnTo>
                          <a:pt x="4640" y="831"/>
                        </a:lnTo>
                        <a:lnTo>
                          <a:pt x="5227" y="0"/>
                        </a:lnTo>
                      </a:path>
                    </a:pathLst>
                  </a:custGeom>
                  <a:solidFill>
                    <a:srgbClr val="E7B092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3" name="Line"/>
                  <p:cNvSpPr/>
                  <p:nvPr/>
                </p:nvSpPr>
                <p:spPr>
                  <a:xfrm>
                    <a:off x="552450" y="39687"/>
                    <a:ext cx="14288" cy="47626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0"/>
                        </a:moveTo>
                        <a:lnTo>
                          <a:pt x="12000" y="720"/>
                        </a:lnTo>
                        <a:lnTo>
                          <a:pt x="4800" y="3600"/>
                        </a:lnTo>
                        <a:lnTo>
                          <a:pt x="0" y="7200"/>
                        </a:lnTo>
                        <a:lnTo>
                          <a:pt x="0" y="9360"/>
                        </a:lnTo>
                        <a:lnTo>
                          <a:pt x="4800" y="15840"/>
                        </a:lnTo>
                        <a:lnTo>
                          <a:pt x="480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4" name="Line"/>
                  <p:cNvSpPr/>
                  <p:nvPr/>
                </p:nvSpPr>
                <p:spPr>
                  <a:xfrm>
                    <a:off x="620712" y="100012"/>
                    <a:ext cx="25401" cy="7938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05" name="Line"/>
                  <p:cNvSpPr/>
                  <p:nvPr/>
                </p:nvSpPr>
                <p:spPr>
                  <a:xfrm>
                    <a:off x="606425" y="155575"/>
                    <a:ext cx="28575" cy="7938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06" name="Line"/>
                  <p:cNvSpPr/>
                  <p:nvPr/>
                </p:nvSpPr>
                <p:spPr>
                  <a:xfrm>
                    <a:off x="436562" y="115887"/>
                    <a:ext cx="36513" cy="6191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6574" y="2769"/>
                        </a:lnTo>
                        <a:lnTo>
                          <a:pt x="15026" y="7754"/>
                        </a:lnTo>
                        <a:lnTo>
                          <a:pt x="18783" y="13292"/>
                        </a:lnTo>
                        <a:lnTo>
                          <a:pt x="21600" y="16615"/>
                        </a:lnTo>
                        <a:lnTo>
                          <a:pt x="18783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7" name="Line"/>
                  <p:cNvSpPr/>
                  <p:nvPr/>
                </p:nvSpPr>
                <p:spPr>
                  <a:xfrm>
                    <a:off x="555625" y="79375"/>
                    <a:ext cx="38100" cy="158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600"/>
                        </a:moveTo>
                        <a:lnTo>
                          <a:pt x="3600" y="10800"/>
                        </a:lnTo>
                        <a:lnTo>
                          <a:pt x="9000" y="4320"/>
                        </a:lnTo>
                        <a:lnTo>
                          <a:pt x="14400" y="0"/>
                        </a:lnTo>
                        <a:lnTo>
                          <a:pt x="21600" y="216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8" name="Line"/>
                  <p:cNvSpPr/>
                  <p:nvPr/>
                </p:nvSpPr>
                <p:spPr>
                  <a:xfrm>
                    <a:off x="584200" y="60325"/>
                    <a:ext cx="23813" cy="1905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0"/>
                        </a:moveTo>
                        <a:lnTo>
                          <a:pt x="14400" y="0"/>
                        </a:lnTo>
                        <a:lnTo>
                          <a:pt x="8640" y="3600"/>
                        </a:lnTo>
                        <a:lnTo>
                          <a:pt x="4320" y="7200"/>
                        </a:lnTo>
                        <a:lnTo>
                          <a:pt x="1440" y="14400"/>
                        </a:lnTo>
                        <a:lnTo>
                          <a:pt x="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209" name="Line"/>
                  <p:cNvSpPr/>
                  <p:nvPr/>
                </p:nvSpPr>
                <p:spPr>
                  <a:xfrm>
                    <a:off x="581025" y="36512"/>
                    <a:ext cx="9525" cy="25401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0" tIns="0" rIns="0" bIns="0" numCol="1" anchor="t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210" name="Line"/>
                  <p:cNvSpPr/>
                  <p:nvPr/>
                </p:nvSpPr>
                <p:spPr>
                  <a:xfrm>
                    <a:off x="563562" y="47625"/>
                    <a:ext cx="17463" cy="1428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0"/>
                        </a:moveTo>
                        <a:lnTo>
                          <a:pt x="9818" y="4800"/>
                        </a:lnTo>
                        <a:lnTo>
                          <a:pt x="15709" y="12000"/>
                        </a:lnTo>
                        <a:lnTo>
                          <a:pt x="2160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  <p:sp>
              <p:nvSpPr>
                <p:cNvPr id="212" name="Shape"/>
                <p:cNvSpPr/>
                <p:nvPr/>
              </p:nvSpPr>
              <p:spPr>
                <a:xfrm>
                  <a:off x="74612" y="331787"/>
                  <a:ext cx="211138" cy="150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1368"/>
                      </a:moveTo>
                      <a:lnTo>
                        <a:pt x="162" y="13642"/>
                      </a:lnTo>
                      <a:lnTo>
                        <a:pt x="1137" y="15461"/>
                      </a:lnTo>
                      <a:lnTo>
                        <a:pt x="1299" y="15688"/>
                      </a:lnTo>
                      <a:lnTo>
                        <a:pt x="2436" y="17962"/>
                      </a:lnTo>
                      <a:lnTo>
                        <a:pt x="2274" y="18189"/>
                      </a:lnTo>
                      <a:lnTo>
                        <a:pt x="3573" y="20008"/>
                      </a:lnTo>
                      <a:lnTo>
                        <a:pt x="5522" y="21600"/>
                      </a:lnTo>
                      <a:lnTo>
                        <a:pt x="6496" y="20008"/>
                      </a:lnTo>
                      <a:lnTo>
                        <a:pt x="7795" y="18644"/>
                      </a:lnTo>
                      <a:lnTo>
                        <a:pt x="9095" y="17507"/>
                      </a:lnTo>
                      <a:lnTo>
                        <a:pt x="10556" y="17280"/>
                      </a:lnTo>
                      <a:lnTo>
                        <a:pt x="12668" y="17053"/>
                      </a:lnTo>
                      <a:lnTo>
                        <a:pt x="13805" y="15234"/>
                      </a:lnTo>
                      <a:lnTo>
                        <a:pt x="14941" y="13642"/>
                      </a:lnTo>
                      <a:lnTo>
                        <a:pt x="16241" y="12733"/>
                      </a:lnTo>
                      <a:lnTo>
                        <a:pt x="17702" y="12051"/>
                      </a:lnTo>
                      <a:lnTo>
                        <a:pt x="19814" y="11596"/>
                      </a:lnTo>
                      <a:lnTo>
                        <a:pt x="21275" y="10459"/>
                      </a:lnTo>
                      <a:lnTo>
                        <a:pt x="21600" y="9549"/>
                      </a:lnTo>
                      <a:lnTo>
                        <a:pt x="21113" y="6821"/>
                      </a:lnTo>
                      <a:lnTo>
                        <a:pt x="20950" y="6821"/>
                      </a:lnTo>
                      <a:lnTo>
                        <a:pt x="19976" y="4547"/>
                      </a:lnTo>
                      <a:lnTo>
                        <a:pt x="19489" y="3411"/>
                      </a:lnTo>
                      <a:lnTo>
                        <a:pt x="19489" y="3411"/>
                      </a:lnTo>
                      <a:lnTo>
                        <a:pt x="18677" y="1819"/>
                      </a:lnTo>
                      <a:lnTo>
                        <a:pt x="17053" y="0"/>
                      </a:lnTo>
                      <a:lnTo>
                        <a:pt x="14292" y="1592"/>
                      </a:lnTo>
                      <a:lnTo>
                        <a:pt x="12668" y="4320"/>
                      </a:lnTo>
                      <a:lnTo>
                        <a:pt x="10394" y="5684"/>
                      </a:lnTo>
                      <a:lnTo>
                        <a:pt x="7146" y="7276"/>
                      </a:lnTo>
                      <a:lnTo>
                        <a:pt x="6171" y="9322"/>
                      </a:lnTo>
                      <a:lnTo>
                        <a:pt x="4710" y="9549"/>
                      </a:lnTo>
                      <a:lnTo>
                        <a:pt x="2598" y="10459"/>
                      </a:lnTo>
                      <a:lnTo>
                        <a:pt x="0" y="11368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13" name="Shape"/>
                <p:cNvSpPr/>
                <p:nvPr/>
              </p:nvSpPr>
              <p:spPr>
                <a:xfrm>
                  <a:off x="163512" y="61912"/>
                  <a:ext cx="247651" cy="17780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3323" y="2314"/>
                      </a:lnTo>
                      <a:lnTo>
                        <a:pt x="6231" y="4436"/>
                      </a:lnTo>
                      <a:lnTo>
                        <a:pt x="8723" y="5786"/>
                      </a:lnTo>
                      <a:lnTo>
                        <a:pt x="11354" y="7521"/>
                      </a:lnTo>
                      <a:lnTo>
                        <a:pt x="14815" y="9643"/>
                      </a:lnTo>
                      <a:lnTo>
                        <a:pt x="17031" y="13886"/>
                      </a:lnTo>
                      <a:lnTo>
                        <a:pt x="18692" y="21407"/>
                      </a:lnTo>
                      <a:lnTo>
                        <a:pt x="20354" y="15236"/>
                      </a:lnTo>
                      <a:lnTo>
                        <a:pt x="21600" y="11379"/>
                      </a:lnTo>
                      <a:lnTo>
                        <a:pt x="21462" y="8100"/>
                      </a:lnTo>
                      <a:lnTo>
                        <a:pt x="21600" y="11379"/>
                      </a:lnTo>
                      <a:lnTo>
                        <a:pt x="20215" y="15236"/>
                      </a:lnTo>
                      <a:lnTo>
                        <a:pt x="18969" y="21600"/>
                      </a:lnTo>
                      <a:lnTo>
                        <a:pt x="17169" y="13886"/>
                      </a:lnTo>
                      <a:lnTo>
                        <a:pt x="14815" y="9836"/>
                      </a:lnTo>
                      <a:lnTo>
                        <a:pt x="11215" y="7521"/>
                      </a:lnTo>
                      <a:lnTo>
                        <a:pt x="8723" y="5979"/>
                      </a:lnTo>
                      <a:lnTo>
                        <a:pt x="6231" y="4436"/>
                      </a:lnTo>
                      <a:lnTo>
                        <a:pt x="3185" y="2314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E85CB0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14" name="Line"/>
                <p:cNvSpPr/>
                <p:nvPr/>
              </p:nvSpPr>
              <p:spPr>
                <a:xfrm>
                  <a:off x="190500" y="217487"/>
                  <a:ext cx="96838" cy="1508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269" y="16371"/>
                      </a:moveTo>
                      <a:lnTo>
                        <a:pt x="3895" y="13187"/>
                      </a:lnTo>
                      <a:lnTo>
                        <a:pt x="1770" y="9777"/>
                      </a:lnTo>
                      <a:lnTo>
                        <a:pt x="1062" y="6139"/>
                      </a:lnTo>
                      <a:lnTo>
                        <a:pt x="0" y="1364"/>
                      </a:lnTo>
                      <a:lnTo>
                        <a:pt x="2125" y="455"/>
                      </a:lnTo>
                      <a:lnTo>
                        <a:pt x="3895" y="455"/>
                      </a:lnTo>
                      <a:lnTo>
                        <a:pt x="4957" y="3411"/>
                      </a:lnTo>
                      <a:lnTo>
                        <a:pt x="7790" y="5002"/>
                      </a:lnTo>
                      <a:lnTo>
                        <a:pt x="8852" y="8867"/>
                      </a:lnTo>
                      <a:lnTo>
                        <a:pt x="10977" y="11823"/>
                      </a:lnTo>
                      <a:lnTo>
                        <a:pt x="15226" y="14552"/>
                      </a:lnTo>
                      <a:lnTo>
                        <a:pt x="18413" y="17507"/>
                      </a:lnTo>
                      <a:lnTo>
                        <a:pt x="21600" y="21600"/>
                      </a:lnTo>
                      <a:lnTo>
                        <a:pt x="18059" y="17507"/>
                      </a:lnTo>
                      <a:lnTo>
                        <a:pt x="14872" y="14324"/>
                      </a:lnTo>
                      <a:lnTo>
                        <a:pt x="10623" y="11823"/>
                      </a:lnTo>
                      <a:lnTo>
                        <a:pt x="8852" y="8867"/>
                      </a:lnTo>
                      <a:lnTo>
                        <a:pt x="8498" y="5229"/>
                      </a:lnTo>
                      <a:lnTo>
                        <a:pt x="4957" y="3638"/>
                      </a:lnTo>
                      <a:lnTo>
                        <a:pt x="4603" y="0"/>
                      </a:lnTo>
                      <a:lnTo>
                        <a:pt x="2479" y="455"/>
                      </a:lnTo>
                      <a:lnTo>
                        <a:pt x="0" y="1364"/>
                      </a:lnTo>
                      <a:lnTo>
                        <a:pt x="354" y="3411"/>
                      </a:lnTo>
                      <a:lnTo>
                        <a:pt x="1062" y="6366"/>
                      </a:lnTo>
                      <a:lnTo>
                        <a:pt x="1770" y="9322"/>
                      </a:lnTo>
                      <a:lnTo>
                        <a:pt x="3895" y="12960"/>
                      </a:lnTo>
                    </a:path>
                  </a:pathLst>
                </a:custGeom>
                <a:noFill/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227" name="Group"/>
          <p:cNvGrpSpPr/>
          <p:nvPr/>
        </p:nvGrpSpPr>
        <p:grpSpPr>
          <a:xfrm>
            <a:off x="731837" y="3981450"/>
            <a:ext cx="1049338" cy="1766888"/>
            <a:chOff x="0" y="0"/>
            <a:chExt cx="1049337" cy="1766887"/>
          </a:xfrm>
        </p:grpSpPr>
        <p:grpSp>
          <p:nvGrpSpPr>
            <p:cNvPr id="221" name="Group"/>
            <p:cNvGrpSpPr/>
            <p:nvPr/>
          </p:nvGrpSpPr>
          <p:grpSpPr>
            <a:xfrm>
              <a:off x="461962" y="806450"/>
              <a:ext cx="125413" cy="960438"/>
              <a:chOff x="0" y="0"/>
              <a:chExt cx="125412" cy="960437"/>
            </a:xfrm>
          </p:grpSpPr>
          <p:sp>
            <p:nvSpPr>
              <p:cNvPr id="218" name="Rectangle"/>
              <p:cNvSpPr/>
              <p:nvPr/>
            </p:nvSpPr>
            <p:spPr>
              <a:xfrm>
                <a:off x="0" y="0"/>
                <a:ext cx="125413" cy="960438"/>
              </a:xfrm>
              <a:prstGeom prst="rect">
                <a:avLst/>
              </a:prstGeom>
              <a:solidFill>
                <a:srgbClr val="929292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19" name="Rectangle"/>
              <p:cNvSpPr/>
              <p:nvPr/>
            </p:nvSpPr>
            <p:spPr>
              <a:xfrm>
                <a:off x="14287" y="0"/>
                <a:ext cx="96838" cy="960438"/>
              </a:xfrm>
              <a:prstGeom prst="rect">
                <a:avLst/>
              </a:prstGeom>
              <a:solidFill>
                <a:srgbClr val="CBCBCB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20" name="Rectangle"/>
              <p:cNvSpPr/>
              <p:nvPr/>
            </p:nvSpPr>
            <p:spPr>
              <a:xfrm>
                <a:off x="26987" y="0"/>
                <a:ext cx="69851" cy="960438"/>
              </a:xfrm>
              <a:prstGeom prst="rect">
                <a:avLst/>
              </a:prstGeom>
              <a:solidFill>
                <a:srgbClr val="929292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25" name="Group"/>
            <p:cNvGrpSpPr/>
            <p:nvPr/>
          </p:nvGrpSpPr>
          <p:grpSpPr>
            <a:xfrm>
              <a:off x="0" y="0"/>
              <a:ext cx="1049338" cy="1074738"/>
              <a:chOff x="0" y="0"/>
              <a:chExt cx="1049337" cy="1074737"/>
            </a:xfrm>
          </p:grpSpPr>
          <p:sp>
            <p:nvSpPr>
              <p:cNvPr id="222" name="Shape"/>
              <p:cNvSpPr/>
              <p:nvPr/>
            </p:nvSpPr>
            <p:spPr>
              <a:xfrm>
                <a:off x="0" y="0"/>
                <a:ext cx="1049338" cy="1074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6158"/>
                    </a:moveTo>
                    <a:lnTo>
                      <a:pt x="6601" y="0"/>
                    </a:lnTo>
                    <a:lnTo>
                      <a:pt x="15032" y="0"/>
                    </a:lnTo>
                    <a:lnTo>
                      <a:pt x="21600" y="6158"/>
                    </a:lnTo>
                    <a:lnTo>
                      <a:pt x="21600" y="15059"/>
                    </a:lnTo>
                    <a:lnTo>
                      <a:pt x="15032" y="21600"/>
                    </a:lnTo>
                    <a:lnTo>
                      <a:pt x="6601" y="21600"/>
                    </a:lnTo>
                    <a:lnTo>
                      <a:pt x="0" y="15059"/>
                    </a:lnTo>
                    <a:lnTo>
                      <a:pt x="0" y="6158"/>
                    </a:lnTo>
                  </a:path>
                </a:pathLst>
              </a:custGeom>
              <a:solidFill>
                <a:srgbClr val="FF260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23" name="Shape"/>
              <p:cNvSpPr/>
              <p:nvPr/>
            </p:nvSpPr>
            <p:spPr>
              <a:xfrm>
                <a:off x="71437" y="73025"/>
                <a:ext cx="908051" cy="928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6166"/>
                    </a:moveTo>
                    <a:lnTo>
                      <a:pt x="6571" y="0"/>
                    </a:lnTo>
                    <a:lnTo>
                      <a:pt x="14992" y="0"/>
                    </a:lnTo>
                    <a:lnTo>
                      <a:pt x="21600" y="6166"/>
                    </a:lnTo>
                    <a:lnTo>
                      <a:pt x="21600" y="15065"/>
                    </a:lnTo>
                    <a:lnTo>
                      <a:pt x="14992" y="21600"/>
                    </a:lnTo>
                    <a:lnTo>
                      <a:pt x="6571" y="21600"/>
                    </a:lnTo>
                    <a:lnTo>
                      <a:pt x="0" y="15065"/>
                    </a:lnTo>
                    <a:lnTo>
                      <a:pt x="0" y="6166"/>
                    </a:lnTo>
                  </a:path>
                </a:pathLst>
              </a:custGeom>
              <a:noFill/>
              <a:ln w="762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24" name="Shape"/>
              <p:cNvSpPr/>
              <p:nvPr/>
            </p:nvSpPr>
            <p:spPr>
              <a:xfrm>
                <a:off x="71437" y="73025"/>
                <a:ext cx="908051" cy="928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6166"/>
                    </a:moveTo>
                    <a:lnTo>
                      <a:pt x="6571" y="0"/>
                    </a:lnTo>
                    <a:lnTo>
                      <a:pt x="14992" y="0"/>
                    </a:lnTo>
                    <a:lnTo>
                      <a:pt x="21600" y="6166"/>
                    </a:lnTo>
                    <a:lnTo>
                      <a:pt x="21600" y="15065"/>
                    </a:lnTo>
                    <a:lnTo>
                      <a:pt x="14992" y="21600"/>
                    </a:lnTo>
                    <a:lnTo>
                      <a:pt x="6571" y="21600"/>
                    </a:lnTo>
                    <a:lnTo>
                      <a:pt x="0" y="15065"/>
                    </a:lnTo>
                    <a:lnTo>
                      <a:pt x="0" y="6166"/>
                    </a:lnTo>
                  </a:path>
                </a:pathLst>
              </a:custGeom>
              <a:noFill/>
              <a:ln w="50800" cap="rnd">
                <a:solidFill>
                  <a:srgbClr val="FFFFFF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sp>
          <p:nvSpPr>
            <p:cNvPr id="226" name="Q…"/>
            <p:cNvSpPr txBox="1"/>
            <p:nvPr/>
          </p:nvSpPr>
          <p:spPr>
            <a:xfrm>
              <a:off x="89805" y="34925"/>
              <a:ext cx="814165" cy="749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marL="39688" marR="39688" algn="ctr" defTabSz="914400">
                <a:buClr>
                  <a:srgbClr val="FFFFFF"/>
                </a:buClr>
                <a:buFont typeface="Arial Narrow"/>
                <a:defRPr sz="2500" b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Q</a:t>
              </a:r>
            </a:p>
            <a:p>
              <a:pPr marL="39688" marR="39688" algn="ctr" defTabSz="914400">
                <a:buClr>
                  <a:srgbClr val="FFFFFF"/>
                </a:buClr>
                <a:buFont typeface="Arial Narrow"/>
                <a:defRPr sz="2000" b="1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Please</a:t>
              </a:r>
            </a:p>
          </p:txBody>
        </p:sp>
      </p:grpSp>
      <p:sp>
        <p:nvSpPr>
          <p:cNvPr id="228" name="COUNTER"/>
          <p:cNvSpPr txBox="1"/>
          <p:nvPr/>
        </p:nvSpPr>
        <p:spPr>
          <a:xfrm>
            <a:off x="1090612" y="1757362"/>
            <a:ext cx="16781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39688" marR="39688" defTabSz="914400">
              <a:buClr>
                <a:srgbClr val="FBFA00"/>
              </a:buClr>
              <a:buFont typeface="Times New Roman"/>
              <a:defRPr sz="2400" b="1">
                <a:solidFill>
                  <a:srgbClr val="FBFA00"/>
                </a:solidFill>
                <a:uFill>
                  <a:solidFill>
                    <a:srgbClr val="FBFA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COUNTER</a:t>
            </a:r>
          </a:p>
        </p:txBody>
      </p:sp>
      <p:grpSp>
        <p:nvGrpSpPr>
          <p:cNvPr id="231" name="Group"/>
          <p:cNvGrpSpPr/>
          <p:nvPr/>
        </p:nvGrpSpPr>
        <p:grpSpPr>
          <a:xfrm>
            <a:off x="4305300" y="1716087"/>
            <a:ext cx="4826000" cy="4170363"/>
            <a:chOff x="0" y="0"/>
            <a:chExt cx="4826000" cy="4170362"/>
          </a:xfrm>
        </p:grpSpPr>
        <p:sp>
          <p:nvSpPr>
            <p:cNvPr id="229" name="Shape"/>
            <p:cNvSpPr/>
            <p:nvPr/>
          </p:nvSpPr>
          <p:spPr>
            <a:xfrm>
              <a:off x="669925" y="1476375"/>
              <a:ext cx="4149725" cy="26733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15270" y="0"/>
                  </a:ln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</a:path>
              </a:pathLst>
            </a:custGeom>
            <a:solidFill>
              <a:srgbClr val="512A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230" name="Shape"/>
            <p:cNvSpPr/>
            <p:nvPr/>
          </p:nvSpPr>
          <p:spPr>
            <a:xfrm>
              <a:off x="0" y="0"/>
              <a:ext cx="4826000" cy="41703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lnTo>
                    <a:pt x="2849" y="21600"/>
                  </a:lnTo>
                  <a:lnTo>
                    <a:pt x="21600" y="10319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solidFill>
              <a:srgbClr val="AF9172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FFFFFF"/>
                  </a:solidFill>
                  <a:uFill>
                    <a:solidFill>
                      <a:srgbClr val="FFFFFF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</p:grpSp>
      <p:sp>
        <p:nvSpPr>
          <p:cNvPr id="232" name="Line"/>
          <p:cNvSpPr/>
          <p:nvPr/>
        </p:nvSpPr>
        <p:spPr>
          <a:xfrm flipV="1">
            <a:off x="4311650" y="2203450"/>
            <a:ext cx="4787900" cy="2146300"/>
          </a:xfrm>
          <a:prstGeom prst="line">
            <a:avLst/>
          </a:prstGeom>
          <a:ln w="12700">
            <a:solidFill>
              <a:srgbClr val="F9CA7C"/>
            </a:solidFill>
          </a:ln>
        </p:spPr>
        <p:txBody>
          <a:bodyPr lIns="0" tIns="0" rIns="0" bIns="0"/>
          <a:lstStyle/>
          <a:p>
            <a:endParaRPr/>
          </a:p>
        </p:txBody>
      </p:sp>
      <p:grpSp>
        <p:nvGrpSpPr>
          <p:cNvPr id="250" name="Group"/>
          <p:cNvGrpSpPr/>
          <p:nvPr/>
        </p:nvGrpSpPr>
        <p:grpSpPr>
          <a:xfrm>
            <a:off x="4134399" y="2648115"/>
            <a:ext cx="1991229" cy="1453815"/>
            <a:chOff x="0" y="0"/>
            <a:chExt cx="1991228" cy="1453813"/>
          </a:xfrm>
        </p:grpSpPr>
        <p:grpSp>
          <p:nvGrpSpPr>
            <p:cNvPr id="235" name="Group"/>
            <p:cNvGrpSpPr/>
            <p:nvPr/>
          </p:nvGrpSpPr>
          <p:grpSpPr>
            <a:xfrm rot="20220000">
              <a:off x="85177" y="323681"/>
              <a:ext cx="1820875" cy="806452"/>
              <a:chOff x="0" y="0"/>
              <a:chExt cx="1820873" cy="806450"/>
            </a:xfrm>
          </p:grpSpPr>
          <p:sp>
            <p:nvSpPr>
              <p:cNvPr id="233" name="Line"/>
              <p:cNvSpPr/>
              <p:nvPr/>
            </p:nvSpPr>
            <p:spPr>
              <a:xfrm>
                <a:off x="0" y="-1"/>
                <a:ext cx="1820874" cy="800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3" extrusionOk="0">
                    <a:moveTo>
                      <a:pt x="0" y="21441"/>
                    </a:moveTo>
                    <a:cubicBezTo>
                      <a:pt x="59" y="9482"/>
                      <a:pt x="4942" y="-117"/>
                      <a:pt x="10906" y="1"/>
                    </a:cubicBezTo>
                    <a:cubicBezTo>
                      <a:pt x="16796" y="117"/>
                      <a:pt x="21553" y="9674"/>
                      <a:pt x="21600" y="21483"/>
                    </a:cubicBezTo>
                  </a:path>
                </a:pathLst>
              </a:custGeom>
              <a:noFill/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34" name="Shape"/>
              <p:cNvSpPr/>
              <p:nvPr/>
            </p:nvSpPr>
            <p:spPr>
              <a:xfrm>
                <a:off x="0" y="-1"/>
                <a:ext cx="1820874" cy="8064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4" extrusionOk="0">
                    <a:moveTo>
                      <a:pt x="0" y="21272"/>
                    </a:moveTo>
                    <a:cubicBezTo>
                      <a:pt x="59" y="9407"/>
                      <a:pt x="4942" y="-116"/>
                      <a:pt x="10906" y="1"/>
                    </a:cubicBezTo>
                    <a:cubicBezTo>
                      <a:pt x="16796" y="117"/>
                      <a:pt x="21553" y="9598"/>
                      <a:pt x="21600" y="21314"/>
                    </a:cubicBezTo>
                    <a:lnTo>
                      <a:pt x="10800" y="21484"/>
                    </a:lnTo>
                    <a:close/>
                  </a:path>
                </a:pathLst>
              </a:custGeom>
              <a:solidFill>
                <a:srgbClr val="FFE6CB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42" name="Group"/>
            <p:cNvGrpSpPr/>
            <p:nvPr/>
          </p:nvGrpSpPr>
          <p:grpSpPr>
            <a:xfrm>
              <a:off x="120171" y="420801"/>
              <a:ext cx="1016042" cy="922381"/>
              <a:chOff x="0" y="0"/>
              <a:chExt cx="1016041" cy="922380"/>
            </a:xfrm>
          </p:grpSpPr>
          <p:grpSp>
            <p:nvGrpSpPr>
              <p:cNvPr id="238" name="Group"/>
              <p:cNvGrpSpPr/>
              <p:nvPr/>
            </p:nvGrpSpPr>
            <p:grpSpPr>
              <a:xfrm rot="20220000">
                <a:off x="93605" y="134660"/>
                <a:ext cx="820726" cy="646109"/>
                <a:chOff x="0" y="0"/>
                <a:chExt cx="820724" cy="646108"/>
              </a:xfrm>
            </p:grpSpPr>
            <p:sp>
              <p:nvSpPr>
                <p:cNvPr id="236" name="Line"/>
                <p:cNvSpPr/>
                <p:nvPr/>
              </p:nvSpPr>
              <p:spPr>
                <a:xfrm>
                  <a:off x="0" y="0"/>
                  <a:ext cx="817571" cy="6365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174" y="9652"/>
                        <a:pt x="9780" y="46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37" name="Shape"/>
                <p:cNvSpPr/>
                <p:nvPr/>
              </p:nvSpPr>
              <p:spPr>
                <a:xfrm>
                  <a:off x="0" y="0"/>
                  <a:ext cx="820725" cy="64610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282"/>
                      </a:moveTo>
                      <a:cubicBezTo>
                        <a:pt x="173" y="9510"/>
                        <a:pt x="9743" y="45"/>
                        <a:pt x="2151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241" name="Group"/>
              <p:cNvGrpSpPr/>
              <p:nvPr/>
            </p:nvGrpSpPr>
            <p:grpSpPr>
              <a:xfrm rot="20220000">
                <a:off x="130104" y="331506"/>
                <a:ext cx="831851" cy="446091"/>
                <a:chOff x="0" y="0"/>
                <a:chExt cx="831850" cy="446089"/>
              </a:xfrm>
            </p:grpSpPr>
            <p:sp>
              <p:nvSpPr>
                <p:cNvPr id="239" name="Line"/>
                <p:cNvSpPr/>
                <p:nvPr/>
              </p:nvSpPr>
              <p:spPr>
                <a:xfrm>
                  <a:off x="0" y="0"/>
                  <a:ext cx="224405" cy="4460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13579"/>
                        <a:pt x="7721" y="5857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40" name="Shape"/>
                <p:cNvSpPr/>
                <p:nvPr/>
              </p:nvSpPr>
              <p:spPr>
                <a:xfrm>
                  <a:off x="0" y="0"/>
                  <a:ext cx="831851" cy="4460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13579"/>
                        <a:pt x="2083" y="5857"/>
                        <a:pt x="582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  <p:grpSp>
          <p:nvGrpSpPr>
            <p:cNvPr id="249" name="Group"/>
            <p:cNvGrpSpPr/>
            <p:nvPr/>
          </p:nvGrpSpPr>
          <p:grpSpPr>
            <a:xfrm>
              <a:off x="850719" y="138167"/>
              <a:ext cx="1025022" cy="919018"/>
              <a:chOff x="0" y="0"/>
              <a:chExt cx="1025020" cy="919016"/>
            </a:xfrm>
          </p:grpSpPr>
          <p:grpSp>
            <p:nvGrpSpPr>
              <p:cNvPr id="245" name="Group"/>
              <p:cNvGrpSpPr/>
              <p:nvPr/>
            </p:nvGrpSpPr>
            <p:grpSpPr>
              <a:xfrm rot="20220000">
                <a:off x="93295" y="134723"/>
                <a:ext cx="820728" cy="644521"/>
                <a:chOff x="0" y="0"/>
                <a:chExt cx="820727" cy="644520"/>
              </a:xfrm>
            </p:grpSpPr>
            <p:sp>
              <p:nvSpPr>
                <p:cNvPr id="243" name="Line"/>
                <p:cNvSpPr/>
                <p:nvPr/>
              </p:nvSpPr>
              <p:spPr>
                <a:xfrm>
                  <a:off x="3192" y="0"/>
                  <a:ext cx="817536" cy="6413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901" y="46"/>
                        <a:pt x="21541" y="9686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44" name="Shape"/>
                <p:cNvSpPr/>
                <p:nvPr/>
              </p:nvSpPr>
              <p:spPr>
                <a:xfrm>
                  <a:off x="0" y="0"/>
                  <a:ext cx="820728" cy="6445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84" y="0"/>
                      </a:moveTo>
                      <a:cubicBezTo>
                        <a:pt x="11939" y="46"/>
                        <a:pt x="21541" y="9638"/>
                        <a:pt x="21600" y="2149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248" name="Group"/>
              <p:cNvGrpSpPr/>
              <p:nvPr/>
            </p:nvGrpSpPr>
            <p:grpSpPr>
              <a:xfrm rot="20220000">
                <a:off x="140921" y="329990"/>
                <a:ext cx="830263" cy="444490"/>
                <a:chOff x="0" y="0"/>
                <a:chExt cx="830262" cy="444489"/>
              </a:xfrm>
            </p:grpSpPr>
            <p:sp>
              <p:nvSpPr>
                <p:cNvPr id="246" name="Line"/>
                <p:cNvSpPr/>
                <p:nvPr/>
              </p:nvSpPr>
              <p:spPr>
                <a:xfrm>
                  <a:off x="609305" y="0"/>
                  <a:ext cx="220958" cy="4444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3886" y="5877"/>
                        <a:pt x="21600" y="13591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47" name="Shape"/>
                <p:cNvSpPr/>
                <p:nvPr/>
              </p:nvSpPr>
              <p:spPr>
                <a:xfrm>
                  <a:off x="0" y="0"/>
                  <a:ext cx="830263" cy="4444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852" y="0"/>
                      </a:moveTo>
                      <a:cubicBezTo>
                        <a:pt x="19547" y="5877"/>
                        <a:pt x="21600" y="13591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268" name="Group"/>
          <p:cNvGrpSpPr/>
          <p:nvPr/>
        </p:nvGrpSpPr>
        <p:grpSpPr>
          <a:xfrm>
            <a:off x="6380711" y="1771814"/>
            <a:ext cx="1991229" cy="1453815"/>
            <a:chOff x="0" y="0"/>
            <a:chExt cx="1991228" cy="1453813"/>
          </a:xfrm>
        </p:grpSpPr>
        <p:grpSp>
          <p:nvGrpSpPr>
            <p:cNvPr id="253" name="Group"/>
            <p:cNvGrpSpPr/>
            <p:nvPr/>
          </p:nvGrpSpPr>
          <p:grpSpPr>
            <a:xfrm rot="20220000">
              <a:off x="85177" y="323681"/>
              <a:ext cx="1820875" cy="806452"/>
              <a:chOff x="0" y="0"/>
              <a:chExt cx="1820873" cy="806450"/>
            </a:xfrm>
          </p:grpSpPr>
          <p:sp>
            <p:nvSpPr>
              <p:cNvPr id="251" name="Line"/>
              <p:cNvSpPr/>
              <p:nvPr/>
            </p:nvSpPr>
            <p:spPr>
              <a:xfrm>
                <a:off x="0" y="-1"/>
                <a:ext cx="1820874" cy="8000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3" extrusionOk="0">
                    <a:moveTo>
                      <a:pt x="0" y="21441"/>
                    </a:moveTo>
                    <a:cubicBezTo>
                      <a:pt x="59" y="9482"/>
                      <a:pt x="4942" y="-117"/>
                      <a:pt x="10906" y="1"/>
                    </a:cubicBezTo>
                    <a:cubicBezTo>
                      <a:pt x="16796" y="117"/>
                      <a:pt x="21553" y="9674"/>
                      <a:pt x="21600" y="21483"/>
                    </a:cubicBezTo>
                  </a:path>
                </a:pathLst>
              </a:custGeom>
              <a:noFill/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52" name="Shape"/>
              <p:cNvSpPr/>
              <p:nvPr/>
            </p:nvSpPr>
            <p:spPr>
              <a:xfrm>
                <a:off x="0" y="-1"/>
                <a:ext cx="1820874" cy="8064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484" extrusionOk="0">
                    <a:moveTo>
                      <a:pt x="0" y="21272"/>
                    </a:moveTo>
                    <a:cubicBezTo>
                      <a:pt x="59" y="9407"/>
                      <a:pt x="4942" y="-116"/>
                      <a:pt x="10906" y="1"/>
                    </a:cubicBezTo>
                    <a:cubicBezTo>
                      <a:pt x="16796" y="117"/>
                      <a:pt x="21553" y="9598"/>
                      <a:pt x="21600" y="21314"/>
                    </a:cubicBezTo>
                    <a:lnTo>
                      <a:pt x="10800" y="21484"/>
                    </a:lnTo>
                    <a:close/>
                  </a:path>
                </a:pathLst>
              </a:custGeom>
              <a:solidFill>
                <a:srgbClr val="FFE6CB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60" name="Group"/>
            <p:cNvGrpSpPr/>
            <p:nvPr/>
          </p:nvGrpSpPr>
          <p:grpSpPr>
            <a:xfrm>
              <a:off x="120171" y="420802"/>
              <a:ext cx="1016042" cy="922381"/>
              <a:chOff x="0" y="0"/>
              <a:chExt cx="1016040" cy="922379"/>
            </a:xfrm>
          </p:grpSpPr>
          <p:grpSp>
            <p:nvGrpSpPr>
              <p:cNvPr id="256" name="Group"/>
              <p:cNvGrpSpPr/>
              <p:nvPr/>
            </p:nvGrpSpPr>
            <p:grpSpPr>
              <a:xfrm rot="20220000">
                <a:off x="93605" y="134660"/>
                <a:ext cx="820725" cy="646108"/>
                <a:chOff x="0" y="0"/>
                <a:chExt cx="820724" cy="646107"/>
              </a:xfrm>
            </p:grpSpPr>
            <p:sp>
              <p:nvSpPr>
                <p:cNvPr id="254" name="Line"/>
                <p:cNvSpPr/>
                <p:nvPr/>
              </p:nvSpPr>
              <p:spPr>
                <a:xfrm>
                  <a:off x="0" y="0"/>
                  <a:ext cx="817571" cy="6365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174" y="9652"/>
                        <a:pt x="9780" y="46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55" name="Shape"/>
                <p:cNvSpPr/>
                <p:nvPr/>
              </p:nvSpPr>
              <p:spPr>
                <a:xfrm>
                  <a:off x="0" y="0"/>
                  <a:ext cx="820725" cy="64610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282"/>
                      </a:moveTo>
                      <a:cubicBezTo>
                        <a:pt x="173" y="9510"/>
                        <a:pt x="9743" y="45"/>
                        <a:pt x="2151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259" name="Group"/>
              <p:cNvGrpSpPr/>
              <p:nvPr/>
            </p:nvGrpSpPr>
            <p:grpSpPr>
              <a:xfrm rot="20220000">
                <a:off x="130104" y="331506"/>
                <a:ext cx="831851" cy="446090"/>
                <a:chOff x="0" y="0"/>
                <a:chExt cx="831850" cy="446089"/>
              </a:xfrm>
            </p:grpSpPr>
            <p:sp>
              <p:nvSpPr>
                <p:cNvPr id="257" name="Line"/>
                <p:cNvSpPr/>
                <p:nvPr/>
              </p:nvSpPr>
              <p:spPr>
                <a:xfrm>
                  <a:off x="0" y="0"/>
                  <a:ext cx="224405" cy="4460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13579"/>
                        <a:pt x="7721" y="5857"/>
                        <a:pt x="21600" y="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58" name="Shape"/>
                <p:cNvSpPr/>
                <p:nvPr/>
              </p:nvSpPr>
              <p:spPr>
                <a:xfrm>
                  <a:off x="0" y="0"/>
                  <a:ext cx="831850" cy="4460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0" y="13579"/>
                        <a:pt x="2083" y="5857"/>
                        <a:pt x="5827" y="0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  <p:grpSp>
          <p:nvGrpSpPr>
            <p:cNvPr id="267" name="Group"/>
            <p:cNvGrpSpPr/>
            <p:nvPr/>
          </p:nvGrpSpPr>
          <p:grpSpPr>
            <a:xfrm>
              <a:off x="850719" y="138168"/>
              <a:ext cx="1025022" cy="919018"/>
              <a:chOff x="0" y="0"/>
              <a:chExt cx="1025020" cy="919017"/>
            </a:xfrm>
          </p:grpSpPr>
          <p:grpSp>
            <p:nvGrpSpPr>
              <p:cNvPr id="263" name="Group"/>
              <p:cNvGrpSpPr/>
              <p:nvPr/>
            </p:nvGrpSpPr>
            <p:grpSpPr>
              <a:xfrm rot="20220000">
                <a:off x="93295" y="134723"/>
                <a:ext cx="820728" cy="644522"/>
                <a:chOff x="0" y="0"/>
                <a:chExt cx="820727" cy="644520"/>
              </a:xfrm>
            </p:grpSpPr>
            <p:sp>
              <p:nvSpPr>
                <p:cNvPr id="261" name="Line"/>
                <p:cNvSpPr/>
                <p:nvPr/>
              </p:nvSpPr>
              <p:spPr>
                <a:xfrm>
                  <a:off x="3190" y="0"/>
                  <a:ext cx="817537" cy="64132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1901" y="46"/>
                        <a:pt x="21541" y="9686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62" name="Shape"/>
                <p:cNvSpPr/>
                <p:nvPr/>
              </p:nvSpPr>
              <p:spPr>
                <a:xfrm>
                  <a:off x="0" y="0"/>
                  <a:ext cx="820728" cy="6445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84" y="0"/>
                      </a:moveTo>
                      <a:cubicBezTo>
                        <a:pt x="11939" y="46"/>
                        <a:pt x="21541" y="9638"/>
                        <a:pt x="21600" y="21493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266" name="Group"/>
              <p:cNvGrpSpPr/>
              <p:nvPr/>
            </p:nvGrpSpPr>
            <p:grpSpPr>
              <a:xfrm rot="20220000">
                <a:off x="140920" y="329990"/>
                <a:ext cx="830264" cy="444490"/>
                <a:chOff x="0" y="0"/>
                <a:chExt cx="830263" cy="444489"/>
              </a:xfrm>
            </p:grpSpPr>
            <p:sp>
              <p:nvSpPr>
                <p:cNvPr id="264" name="Line"/>
                <p:cNvSpPr/>
                <p:nvPr/>
              </p:nvSpPr>
              <p:spPr>
                <a:xfrm>
                  <a:off x="609306" y="0"/>
                  <a:ext cx="220958" cy="4444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13886" y="5877"/>
                        <a:pt x="21600" y="13591"/>
                        <a:pt x="21600" y="21600"/>
                      </a:cubicBezTo>
                    </a:path>
                  </a:pathLst>
                </a:custGeom>
                <a:noFill/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265" name="Shape"/>
                <p:cNvSpPr/>
                <p:nvPr/>
              </p:nvSpPr>
              <p:spPr>
                <a:xfrm>
                  <a:off x="0" y="0"/>
                  <a:ext cx="830263" cy="4444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852" y="0"/>
                      </a:moveTo>
                      <a:cubicBezTo>
                        <a:pt x="19547" y="5877"/>
                        <a:pt x="21600" y="13591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solidFill>
                  <a:srgbClr val="CAFEFF"/>
                </a:solidFill>
                <a:ln w="12700" cap="flat">
                  <a:noFill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sp>
        <p:nvSpPr>
          <p:cNvPr id="269" name="COUNTER 1"/>
          <p:cNvSpPr txBox="1"/>
          <p:nvPr/>
        </p:nvSpPr>
        <p:spPr>
          <a:xfrm>
            <a:off x="4271962" y="2519362"/>
            <a:ext cx="19067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39688" marR="39688" defTabSz="914400">
              <a:buClr>
                <a:srgbClr val="FBFA00"/>
              </a:buClr>
              <a:buFont typeface="Times New Roman"/>
              <a:defRPr sz="2400" b="1">
                <a:solidFill>
                  <a:srgbClr val="FBFA00"/>
                </a:solidFill>
                <a:uFill>
                  <a:solidFill>
                    <a:srgbClr val="FBFA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COUNTER 1</a:t>
            </a:r>
          </a:p>
        </p:txBody>
      </p:sp>
      <p:sp>
        <p:nvSpPr>
          <p:cNvPr id="270" name="COUNTER 2"/>
          <p:cNvSpPr txBox="1"/>
          <p:nvPr/>
        </p:nvSpPr>
        <p:spPr>
          <a:xfrm>
            <a:off x="6519862" y="1681162"/>
            <a:ext cx="190673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39688" marR="39688" defTabSz="914400">
              <a:buClr>
                <a:srgbClr val="FBFA00"/>
              </a:buClr>
              <a:buFont typeface="Times New Roman"/>
              <a:defRPr sz="2400" b="1">
                <a:solidFill>
                  <a:srgbClr val="FBFA00"/>
                </a:solidFill>
                <a:uFill>
                  <a:solidFill>
                    <a:srgbClr val="FBFA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COUNTER 2</a:t>
            </a:r>
          </a:p>
        </p:txBody>
      </p:sp>
      <p:grpSp>
        <p:nvGrpSpPr>
          <p:cNvPr id="327" name="Group"/>
          <p:cNvGrpSpPr/>
          <p:nvPr/>
        </p:nvGrpSpPr>
        <p:grpSpPr>
          <a:xfrm>
            <a:off x="7372350" y="2292350"/>
            <a:ext cx="950913" cy="2541588"/>
            <a:chOff x="0" y="0"/>
            <a:chExt cx="950912" cy="2541587"/>
          </a:xfrm>
        </p:grpSpPr>
        <p:grpSp>
          <p:nvGrpSpPr>
            <p:cNvPr id="275" name="Group"/>
            <p:cNvGrpSpPr/>
            <p:nvPr/>
          </p:nvGrpSpPr>
          <p:grpSpPr>
            <a:xfrm>
              <a:off x="525462" y="2276475"/>
              <a:ext cx="168276" cy="220663"/>
              <a:chOff x="0" y="0"/>
              <a:chExt cx="168275" cy="220662"/>
            </a:xfrm>
          </p:grpSpPr>
          <p:sp>
            <p:nvSpPr>
              <p:cNvPr id="271" name="Shape"/>
              <p:cNvSpPr/>
              <p:nvPr/>
            </p:nvSpPr>
            <p:spPr>
              <a:xfrm>
                <a:off x="0" y="55562"/>
                <a:ext cx="168275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45" y="1038"/>
                    </a:moveTo>
                    <a:lnTo>
                      <a:pt x="1426" y="8308"/>
                    </a:lnTo>
                    <a:lnTo>
                      <a:pt x="0" y="12254"/>
                    </a:lnTo>
                    <a:lnTo>
                      <a:pt x="1426" y="16200"/>
                    </a:lnTo>
                    <a:lnTo>
                      <a:pt x="1426" y="18692"/>
                    </a:lnTo>
                    <a:lnTo>
                      <a:pt x="3260" y="20562"/>
                    </a:lnTo>
                    <a:lnTo>
                      <a:pt x="8151" y="21185"/>
                    </a:lnTo>
                    <a:lnTo>
                      <a:pt x="12023" y="21600"/>
                    </a:lnTo>
                    <a:lnTo>
                      <a:pt x="16302" y="20769"/>
                    </a:lnTo>
                    <a:lnTo>
                      <a:pt x="19562" y="18692"/>
                    </a:lnTo>
                    <a:lnTo>
                      <a:pt x="19970" y="16200"/>
                    </a:lnTo>
                    <a:lnTo>
                      <a:pt x="21600" y="12462"/>
                    </a:lnTo>
                    <a:lnTo>
                      <a:pt x="20174" y="8100"/>
                    </a:lnTo>
                    <a:lnTo>
                      <a:pt x="18747" y="0"/>
                    </a:lnTo>
                    <a:lnTo>
                      <a:pt x="2445" y="1038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2" name="Shape"/>
              <p:cNvSpPr/>
              <p:nvPr/>
            </p:nvSpPr>
            <p:spPr>
              <a:xfrm>
                <a:off x="44450" y="0"/>
                <a:ext cx="120650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4495" y="10200"/>
                    </a:lnTo>
                    <a:lnTo>
                      <a:pt x="6821" y="18000"/>
                    </a:lnTo>
                    <a:lnTo>
                      <a:pt x="0" y="18600"/>
                    </a:lnTo>
                    <a:lnTo>
                      <a:pt x="8526" y="21600"/>
                    </a:lnTo>
                    <a:lnTo>
                      <a:pt x="14495" y="18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3" name="Shape"/>
              <p:cNvSpPr/>
              <p:nvPr/>
            </p:nvSpPr>
            <p:spPr>
              <a:xfrm>
                <a:off x="20637" y="179387"/>
                <a:ext cx="122238" cy="254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281" y="0"/>
                    </a:lnTo>
                    <a:lnTo>
                      <a:pt x="6732" y="5400"/>
                    </a:lnTo>
                    <a:lnTo>
                      <a:pt x="13465" y="5400"/>
                    </a:lnTo>
                    <a:lnTo>
                      <a:pt x="21600" y="0"/>
                    </a:lnTo>
                    <a:lnTo>
                      <a:pt x="20758" y="8100"/>
                    </a:lnTo>
                    <a:lnTo>
                      <a:pt x="16831" y="17550"/>
                    </a:lnTo>
                    <a:lnTo>
                      <a:pt x="12062" y="21600"/>
                    </a:lnTo>
                    <a:lnTo>
                      <a:pt x="8135" y="20250"/>
                    </a:lnTo>
                    <a:lnTo>
                      <a:pt x="4208" y="17550"/>
                    </a:lnTo>
                    <a:lnTo>
                      <a:pt x="0" y="108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4" name="Shape"/>
              <p:cNvSpPr/>
              <p:nvPr/>
            </p:nvSpPr>
            <p:spPr>
              <a:xfrm>
                <a:off x="23812" y="111125"/>
                <a:ext cx="123826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912"/>
                    </a:moveTo>
                    <a:lnTo>
                      <a:pt x="7477" y="21600"/>
                    </a:lnTo>
                    <a:lnTo>
                      <a:pt x="15508" y="21073"/>
                    </a:lnTo>
                    <a:lnTo>
                      <a:pt x="19938" y="17912"/>
                    </a:lnTo>
                    <a:lnTo>
                      <a:pt x="21600" y="14224"/>
                    </a:lnTo>
                    <a:lnTo>
                      <a:pt x="20769" y="6849"/>
                    </a:lnTo>
                    <a:lnTo>
                      <a:pt x="18554" y="527"/>
                    </a:lnTo>
                    <a:lnTo>
                      <a:pt x="16062" y="1580"/>
                    </a:lnTo>
                    <a:lnTo>
                      <a:pt x="9692" y="1580"/>
                    </a:lnTo>
                    <a:lnTo>
                      <a:pt x="2492" y="0"/>
                    </a:lnTo>
                    <a:lnTo>
                      <a:pt x="277" y="4215"/>
                    </a:lnTo>
                    <a:lnTo>
                      <a:pt x="0" y="17912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82" name="Group"/>
            <p:cNvGrpSpPr/>
            <p:nvPr/>
          </p:nvGrpSpPr>
          <p:grpSpPr>
            <a:xfrm>
              <a:off x="123825" y="2349500"/>
              <a:ext cx="338138" cy="192088"/>
              <a:chOff x="0" y="0"/>
              <a:chExt cx="338137" cy="192087"/>
            </a:xfrm>
          </p:grpSpPr>
          <p:sp>
            <p:nvSpPr>
              <p:cNvPr id="276" name="Shape"/>
              <p:cNvSpPr/>
              <p:nvPr/>
            </p:nvSpPr>
            <p:spPr>
              <a:xfrm>
                <a:off x="0" y="0"/>
                <a:ext cx="338138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572" y="2856"/>
                    </a:moveTo>
                    <a:lnTo>
                      <a:pt x="21397" y="11960"/>
                    </a:lnTo>
                    <a:lnTo>
                      <a:pt x="21397" y="15709"/>
                    </a:lnTo>
                    <a:lnTo>
                      <a:pt x="21600" y="18565"/>
                    </a:lnTo>
                    <a:lnTo>
                      <a:pt x="19673" y="20707"/>
                    </a:lnTo>
                    <a:lnTo>
                      <a:pt x="17848" y="21064"/>
                    </a:lnTo>
                    <a:lnTo>
                      <a:pt x="14806" y="21600"/>
                    </a:lnTo>
                    <a:lnTo>
                      <a:pt x="11763" y="21064"/>
                    </a:lnTo>
                    <a:lnTo>
                      <a:pt x="10546" y="18744"/>
                    </a:lnTo>
                    <a:lnTo>
                      <a:pt x="9127" y="16959"/>
                    </a:lnTo>
                    <a:lnTo>
                      <a:pt x="5070" y="15174"/>
                    </a:lnTo>
                    <a:lnTo>
                      <a:pt x="3042" y="14281"/>
                    </a:lnTo>
                    <a:lnTo>
                      <a:pt x="1623" y="12496"/>
                    </a:lnTo>
                    <a:lnTo>
                      <a:pt x="0" y="9818"/>
                    </a:lnTo>
                    <a:lnTo>
                      <a:pt x="406" y="6605"/>
                    </a:lnTo>
                    <a:lnTo>
                      <a:pt x="1623" y="4998"/>
                    </a:lnTo>
                    <a:lnTo>
                      <a:pt x="3245" y="4463"/>
                    </a:lnTo>
                    <a:lnTo>
                      <a:pt x="7910" y="4106"/>
                    </a:lnTo>
                    <a:lnTo>
                      <a:pt x="11662" y="0"/>
                    </a:lnTo>
                    <a:lnTo>
                      <a:pt x="17239" y="1607"/>
                    </a:lnTo>
                    <a:lnTo>
                      <a:pt x="19572" y="2856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7" name="Shape"/>
              <p:cNvSpPr/>
              <p:nvPr/>
            </p:nvSpPr>
            <p:spPr>
              <a:xfrm>
                <a:off x="17462" y="50800"/>
                <a:ext cx="53976" cy="23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40"/>
                    </a:moveTo>
                    <a:lnTo>
                      <a:pt x="14612" y="10080"/>
                    </a:lnTo>
                    <a:lnTo>
                      <a:pt x="11435" y="21600"/>
                    </a:lnTo>
                    <a:lnTo>
                      <a:pt x="0" y="10080"/>
                    </a:lnTo>
                    <a:lnTo>
                      <a:pt x="3812" y="4320"/>
                    </a:lnTo>
                    <a:lnTo>
                      <a:pt x="9529" y="0"/>
                    </a:lnTo>
                    <a:lnTo>
                      <a:pt x="21600" y="144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8" name="Shape"/>
              <p:cNvSpPr/>
              <p:nvPr/>
            </p:nvSpPr>
            <p:spPr>
              <a:xfrm>
                <a:off x="11112" y="71437"/>
                <a:ext cx="304801" cy="103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0" y="0"/>
                    </a:moveTo>
                    <a:lnTo>
                      <a:pt x="2475" y="3323"/>
                    </a:lnTo>
                    <a:lnTo>
                      <a:pt x="4275" y="5649"/>
                    </a:lnTo>
                    <a:lnTo>
                      <a:pt x="6300" y="6978"/>
                    </a:lnTo>
                    <a:lnTo>
                      <a:pt x="8775" y="9305"/>
                    </a:lnTo>
                    <a:lnTo>
                      <a:pt x="10350" y="12960"/>
                    </a:lnTo>
                    <a:lnTo>
                      <a:pt x="12488" y="16283"/>
                    </a:lnTo>
                    <a:lnTo>
                      <a:pt x="15638" y="17945"/>
                    </a:lnTo>
                    <a:lnTo>
                      <a:pt x="19350" y="17612"/>
                    </a:lnTo>
                    <a:lnTo>
                      <a:pt x="21600" y="15618"/>
                    </a:lnTo>
                    <a:lnTo>
                      <a:pt x="21600" y="18277"/>
                    </a:lnTo>
                    <a:lnTo>
                      <a:pt x="19912" y="21268"/>
                    </a:lnTo>
                    <a:lnTo>
                      <a:pt x="16538" y="21600"/>
                    </a:lnTo>
                    <a:lnTo>
                      <a:pt x="14062" y="21600"/>
                    </a:lnTo>
                    <a:lnTo>
                      <a:pt x="12825" y="21268"/>
                    </a:lnTo>
                    <a:lnTo>
                      <a:pt x="10238" y="15286"/>
                    </a:lnTo>
                    <a:lnTo>
                      <a:pt x="9112" y="13625"/>
                    </a:lnTo>
                    <a:lnTo>
                      <a:pt x="6862" y="12628"/>
                    </a:lnTo>
                    <a:lnTo>
                      <a:pt x="2700" y="9305"/>
                    </a:lnTo>
                    <a:lnTo>
                      <a:pt x="0" y="3655"/>
                    </a:lnTo>
                    <a:lnTo>
                      <a:pt x="450" y="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79" name="Shape"/>
              <p:cNvSpPr/>
              <p:nvPr/>
            </p:nvSpPr>
            <p:spPr>
              <a:xfrm>
                <a:off x="203200" y="73025"/>
                <a:ext cx="114300" cy="7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00" y="21600"/>
                    </a:moveTo>
                    <a:lnTo>
                      <a:pt x="13500" y="21600"/>
                    </a:lnTo>
                    <a:lnTo>
                      <a:pt x="19200" y="19302"/>
                    </a:lnTo>
                    <a:lnTo>
                      <a:pt x="20700" y="17923"/>
                    </a:lnTo>
                    <a:lnTo>
                      <a:pt x="21600" y="13328"/>
                    </a:lnTo>
                    <a:lnTo>
                      <a:pt x="21000" y="6894"/>
                    </a:lnTo>
                    <a:lnTo>
                      <a:pt x="19200" y="0"/>
                    </a:lnTo>
                    <a:lnTo>
                      <a:pt x="12900" y="1838"/>
                    </a:lnTo>
                    <a:lnTo>
                      <a:pt x="7200" y="2298"/>
                    </a:lnTo>
                    <a:lnTo>
                      <a:pt x="3300" y="6434"/>
                    </a:lnTo>
                    <a:lnTo>
                      <a:pt x="1800" y="11949"/>
                    </a:lnTo>
                    <a:lnTo>
                      <a:pt x="0" y="19302"/>
                    </a:lnTo>
                    <a:lnTo>
                      <a:pt x="6300" y="216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0" name="Shape"/>
              <p:cNvSpPr/>
              <p:nvPr/>
            </p:nvSpPr>
            <p:spPr>
              <a:xfrm>
                <a:off x="55562" y="50800"/>
                <a:ext cx="73026" cy="492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1845"/>
                    </a:moveTo>
                    <a:lnTo>
                      <a:pt x="6104" y="2090"/>
                    </a:lnTo>
                    <a:lnTo>
                      <a:pt x="12678" y="2090"/>
                    </a:lnTo>
                    <a:lnTo>
                      <a:pt x="21600" y="0"/>
                    </a:lnTo>
                    <a:lnTo>
                      <a:pt x="17374" y="9755"/>
                    </a:lnTo>
                    <a:lnTo>
                      <a:pt x="19252" y="21600"/>
                    </a:lnTo>
                    <a:lnTo>
                      <a:pt x="4696" y="16026"/>
                    </a:lnTo>
                    <a:lnTo>
                      <a:pt x="0" y="11845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1" name="Oval"/>
              <p:cNvSpPr/>
              <p:nvPr/>
            </p:nvSpPr>
            <p:spPr>
              <a:xfrm>
                <a:off x="152400" y="68262"/>
                <a:ext cx="31750" cy="46038"/>
              </a:xfrm>
              <a:prstGeom prst="ellipse">
                <a:avLst/>
              </a:prstGeom>
              <a:solidFill>
                <a:srgbClr val="9411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287" name="Group"/>
            <p:cNvGrpSpPr/>
            <p:nvPr/>
          </p:nvGrpSpPr>
          <p:grpSpPr>
            <a:xfrm>
              <a:off x="384175" y="0"/>
              <a:ext cx="288925" cy="390525"/>
              <a:chOff x="0" y="0"/>
              <a:chExt cx="288925" cy="390525"/>
            </a:xfrm>
          </p:grpSpPr>
          <p:sp>
            <p:nvSpPr>
              <p:cNvPr id="283" name="Shape"/>
              <p:cNvSpPr/>
              <p:nvPr/>
            </p:nvSpPr>
            <p:spPr>
              <a:xfrm>
                <a:off x="6350" y="0"/>
                <a:ext cx="282575" cy="390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3" y="21600"/>
                    </a:moveTo>
                    <a:lnTo>
                      <a:pt x="2670" y="20195"/>
                    </a:lnTo>
                    <a:lnTo>
                      <a:pt x="3276" y="18527"/>
                    </a:lnTo>
                    <a:lnTo>
                      <a:pt x="3155" y="16946"/>
                    </a:lnTo>
                    <a:lnTo>
                      <a:pt x="1213" y="16420"/>
                    </a:lnTo>
                    <a:lnTo>
                      <a:pt x="0" y="14488"/>
                    </a:lnTo>
                    <a:lnTo>
                      <a:pt x="243" y="12468"/>
                    </a:lnTo>
                    <a:lnTo>
                      <a:pt x="364" y="10010"/>
                    </a:lnTo>
                    <a:lnTo>
                      <a:pt x="607" y="8693"/>
                    </a:lnTo>
                    <a:lnTo>
                      <a:pt x="0" y="7551"/>
                    </a:lnTo>
                    <a:lnTo>
                      <a:pt x="243" y="6146"/>
                    </a:lnTo>
                    <a:lnTo>
                      <a:pt x="607" y="5005"/>
                    </a:lnTo>
                    <a:lnTo>
                      <a:pt x="243" y="3337"/>
                    </a:lnTo>
                    <a:lnTo>
                      <a:pt x="2063" y="2283"/>
                    </a:lnTo>
                    <a:lnTo>
                      <a:pt x="4611" y="1229"/>
                    </a:lnTo>
                    <a:lnTo>
                      <a:pt x="7038" y="615"/>
                    </a:lnTo>
                    <a:lnTo>
                      <a:pt x="10193" y="0"/>
                    </a:lnTo>
                    <a:lnTo>
                      <a:pt x="14076" y="263"/>
                    </a:lnTo>
                    <a:lnTo>
                      <a:pt x="17474" y="878"/>
                    </a:lnTo>
                    <a:lnTo>
                      <a:pt x="19658" y="2459"/>
                    </a:lnTo>
                    <a:lnTo>
                      <a:pt x="20872" y="4127"/>
                    </a:lnTo>
                    <a:lnTo>
                      <a:pt x="21357" y="5971"/>
                    </a:lnTo>
                    <a:lnTo>
                      <a:pt x="21600" y="8868"/>
                    </a:lnTo>
                    <a:lnTo>
                      <a:pt x="20872" y="10624"/>
                    </a:lnTo>
                    <a:lnTo>
                      <a:pt x="19901" y="12029"/>
                    </a:lnTo>
                    <a:lnTo>
                      <a:pt x="18809" y="13873"/>
                    </a:lnTo>
                    <a:lnTo>
                      <a:pt x="16746" y="15102"/>
                    </a:lnTo>
                    <a:lnTo>
                      <a:pt x="15775" y="16420"/>
                    </a:lnTo>
                    <a:lnTo>
                      <a:pt x="15775" y="17737"/>
                    </a:lnTo>
                    <a:lnTo>
                      <a:pt x="16261" y="19317"/>
                    </a:lnTo>
                    <a:lnTo>
                      <a:pt x="18202" y="21424"/>
                    </a:lnTo>
                    <a:lnTo>
                      <a:pt x="1213" y="21600"/>
                    </a:lnTo>
                  </a:path>
                </a:pathLst>
              </a:custGeom>
              <a:solidFill>
                <a:srgbClr val="FFCB92"/>
              </a:solidFill>
              <a:ln w="12700" cap="rnd">
                <a:solidFill>
                  <a:srgbClr val="522B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4" name="Shape"/>
              <p:cNvSpPr/>
              <p:nvPr/>
            </p:nvSpPr>
            <p:spPr>
              <a:xfrm>
                <a:off x="25400" y="153987"/>
                <a:ext cx="25400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450" y="0"/>
                    </a:moveTo>
                    <a:lnTo>
                      <a:pt x="2700" y="3014"/>
                    </a:lnTo>
                    <a:lnTo>
                      <a:pt x="8100" y="6530"/>
                    </a:lnTo>
                    <a:lnTo>
                      <a:pt x="9450" y="11553"/>
                    </a:lnTo>
                    <a:lnTo>
                      <a:pt x="8100" y="15070"/>
                    </a:lnTo>
                    <a:lnTo>
                      <a:pt x="2700" y="18084"/>
                    </a:lnTo>
                    <a:lnTo>
                      <a:pt x="9450" y="20595"/>
                    </a:lnTo>
                    <a:lnTo>
                      <a:pt x="14850" y="16074"/>
                    </a:lnTo>
                    <a:lnTo>
                      <a:pt x="18900" y="11051"/>
                    </a:lnTo>
                    <a:lnTo>
                      <a:pt x="20250" y="8037"/>
                    </a:lnTo>
                    <a:lnTo>
                      <a:pt x="21600" y="12056"/>
                    </a:lnTo>
                    <a:lnTo>
                      <a:pt x="16200" y="17581"/>
                    </a:lnTo>
                    <a:lnTo>
                      <a:pt x="12150" y="20595"/>
                    </a:lnTo>
                    <a:lnTo>
                      <a:pt x="9450" y="21600"/>
                    </a:lnTo>
                    <a:lnTo>
                      <a:pt x="0" y="19088"/>
                    </a:lnTo>
                    <a:lnTo>
                      <a:pt x="0" y="16074"/>
                    </a:lnTo>
                    <a:lnTo>
                      <a:pt x="5400" y="13563"/>
                    </a:lnTo>
                    <a:lnTo>
                      <a:pt x="5400" y="9042"/>
                    </a:lnTo>
                    <a:lnTo>
                      <a:pt x="1350" y="4521"/>
                    </a:lnTo>
                    <a:lnTo>
                      <a:pt x="9450" y="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5" name="Shape"/>
              <p:cNvSpPr/>
              <p:nvPr/>
            </p:nvSpPr>
            <p:spPr>
              <a:xfrm>
                <a:off x="0" y="1587"/>
                <a:ext cx="287338" cy="284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13" y="6275"/>
                    </a:moveTo>
                    <a:lnTo>
                      <a:pt x="2506" y="7361"/>
                    </a:lnTo>
                    <a:lnTo>
                      <a:pt x="2267" y="9412"/>
                    </a:lnTo>
                    <a:lnTo>
                      <a:pt x="2029" y="12067"/>
                    </a:lnTo>
                    <a:lnTo>
                      <a:pt x="2864" y="11464"/>
                    </a:lnTo>
                    <a:lnTo>
                      <a:pt x="4057" y="12067"/>
                    </a:lnTo>
                    <a:lnTo>
                      <a:pt x="4057" y="13636"/>
                    </a:lnTo>
                    <a:lnTo>
                      <a:pt x="5131" y="15566"/>
                    </a:lnTo>
                    <a:lnTo>
                      <a:pt x="6683" y="18101"/>
                    </a:lnTo>
                    <a:lnTo>
                      <a:pt x="6444" y="20393"/>
                    </a:lnTo>
                    <a:lnTo>
                      <a:pt x="10144" y="20393"/>
                    </a:lnTo>
                    <a:lnTo>
                      <a:pt x="12172" y="21600"/>
                    </a:lnTo>
                    <a:lnTo>
                      <a:pt x="13485" y="20755"/>
                    </a:lnTo>
                    <a:lnTo>
                      <a:pt x="15991" y="21238"/>
                    </a:lnTo>
                    <a:lnTo>
                      <a:pt x="16469" y="20152"/>
                    </a:lnTo>
                    <a:lnTo>
                      <a:pt x="18378" y="18583"/>
                    </a:lnTo>
                    <a:lnTo>
                      <a:pt x="19810" y="16049"/>
                    </a:lnTo>
                    <a:lnTo>
                      <a:pt x="20526" y="13515"/>
                    </a:lnTo>
                    <a:lnTo>
                      <a:pt x="21242" y="11705"/>
                    </a:lnTo>
                    <a:lnTo>
                      <a:pt x="21600" y="8930"/>
                    </a:lnTo>
                    <a:lnTo>
                      <a:pt x="21481" y="6275"/>
                    </a:lnTo>
                    <a:lnTo>
                      <a:pt x="20884" y="3137"/>
                    </a:lnTo>
                    <a:lnTo>
                      <a:pt x="19333" y="1207"/>
                    </a:lnTo>
                    <a:lnTo>
                      <a:pt x="14917" y="121"/>
                    </a:lnTo>
                    <a:lnTo>
                      <a:pt x="10144" y="0"/>
                    </a:lnTo>
                    <a:lnTo>
                      <a:pt x="8354" y="241"/>
                    </a:lnTo>
                    <a:lnTo>
                      <a:pt x="3938" y="1327"/>
                    </a:lnTo>
                    <a:lnTo>
                      <a:pt x="1193" y="2775"/>
                    </a:lnTo>
                    <a:lnTo>
                      <a:pt x="0" y="4585"/>
                    </a:lnTo>
                    <a:lnTo>
                      <a:pt x="1313" y="6275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6" name="Shape"/>
              <p:cNvSpPr/>
              <p:nvPr/>
            </p:nvSpPr>
            <p:spPr>
              <a:xfrm>
                <a:off x="9525" y="4762"/>
                <a:ext cx="268288" cy="120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379"/>
                    </a:moveTo>
                    <a:lnTo>
                      <a:pt x="1534" y="13642"/>
                    </a:lnTo>
                    <a:lnTo>
                      <a:pt x="3067" y="15347"/>
                    </a:lnTo>
                    <a:lnTo>
                      <a:pt x="6391" y="18758"/>
                    </a:lnTo>
                    <a:lnTo>
                      <a:pt x="4346" y="15347"/>
                    </a:lnTo>
                    <a:lnTo>
                      <a:pt x="3707" y="13074"/>
                    </a:lnTo>
                    <a:lnTo>
                      <a:pt x="5240" y="15347"/>
                    </a:lnTo>
                    <a:lnTo>
                      <a:pt x="7157" y="18189"/>
                    </a:lnTo>
                    <a:lnTo>
                      <a:pt x="7669" y="17053"/>
                    </a:lnTo>
                    <a:lnTo>
                      <a:pt x="8180" y="14779"/>
                    </a:lnTo>
                    <a:lnTo>
                      <a:pt x="9586" y="12789"/>
                    </a:lnTo>
                    <a:lnTo>
                      <a:pt x="9969" y="15347"/>
                    </a:lnTo>
                    <a:lnTo>
                      <a:pt x="8436" y="19326"/>
                    </a:lnTo>
                    <a:lnTo>
                      <a:pt x="10864" y="16768"/>
                    </a:lnTo>
                    <a:lnTo>
                      <a:pt x="11886" y="12505"/>
                    </a:lnTo>
                    <a:lnTo>
                      <a:pt x="12014" y="16484"/>
                    </a:lnTo>
                    <a:lnTo>
                      <a:pt x="11375" y="19895"/>
                    </a:lnTo>
                    <a:lnTo>
                      <a:pt x="13676" y="16484"/>
                    </a:lnTo>
                    <a:lnTo>
                      <a:pt x="14059" y="11937"/>
                    </a:lnTo>
                    <a:lnTo>
                      <a:pt x="14570" y="15063"/>
                    </a:lnTo>
                    <a:lnTo>
                      <a:pt x="13804" y="18758"/>
                    </a:lnTo>
                    <a:lnTo>
                      <a:pt x="12909" y="21316"/>
                    </a:lnTo>
                    <a:lnTo>
                      <a:pt x="14443" y="18474"/>
                    </a:lnTo>
                    <a:lnTo>
                      <a:pt x="15209" y="16200"/>
                    </a:lnTo>
                    <a:lnTo>
                      <a:pt x="15593" y="12505"/>
                    </a:lnTo>
                    <a:lnTo>
                      <a:pt x="16232" y="17053"/>
                    </a:lnTo>
                    <a:lnTo>
                      <a:pt x="15337" y="21600"/>
                    </a:lnTo>
                    <a:lnTo>
                      <a:pt x="17127" y="18189"/>
                    </a:lnTo>
                    <a:lnTo>
                      <a:pt x="17638" y="15063"/>
                    </a:lnTo>
                    <a:lnTo>
                      <a:pt x="17893" y="17337"/>
                    </a:lnTo>
                    <a:lnTo>
                      <a:pt x="17893" y="20463"/>
                    </a:lnTo>
                    <a:lnTo>
                      <a:pt x="18405" y="17621"/>
                    </a:lnTo>
                    <a:lnTo>
                      <a:pt x="18660" y="14779"/>
                    </a:lnTo>
                    <a:lnTo>
                      <a:pt x="19172" y="17337"/>
                    </a:lnTo>
                    <a:lnTo>
                      <a:pt x="19299" y="19895"/>
                    </a:lnTo>
                    <a:lnTo>
                      <a:pt x="19938" y="17905"/>
                    </a:lnTo>
                    <a:lnTo>
                      <a:pt x="20066" y="15347"/>
                    </a:lnTo>
                    <a:lnTo>
                      <a:pt x="20961" y="16484"/>
                    </a:lnTo>
                    <a:lnTo>
                      <a:pt x="21600" y="19611"/>
                    </a:lnTo>
                    <a:lnTo>
                      <a:pt x="21600" y="14779"/>
                    </a:lnTo>
                    <a:lnTo>
                      <a:pt x="20961" y="7958"/>
                    </a:lnTo>
                    <a:lnTo>
                      <a:pt x="19299" y="4263"/>
                    </a:lnTo>
                    <a:lnTo>
                      <a:pt x="16871" y="1989"/>
                    </a:lnTo>
                    <a:lnTo>
                      <a:pt x="12398" y="568"/>
                    </a:lnTo>
                    <a:lnTo>
                      <a:pt x="10225" y="0"/>
                    </a:lnTo>
                    <a:lnTo>
                      <a:pt x="7413" y="1705"/>
                    </a:lnTo>
                    <a:lnTo>
                      <a:pt x="11631" y="2274"/>
                    </a:lnTo>
                    <a:lnTo>
                      <a:pt x="13037" y="3695"/>
                    </a:lnTo>
                    <a:lnTo>
                      <a:pt x="10864" y="3411"/>
                    </a:lnTo>
                    <a:lnTo>
                      <a:pt x="8436" y="2842"/>
                    </a:lnTo>
                    <a:lnTo>
                      <a:pt x="6646" y="2274"/>
                    </a:lnTo>
                    <a:lnTo>
                      <a:pt x="4857" y="3411"/>
                    </a:lnTo>
                    <a:lnTo>
                      <a:pt x="6902" y="4547"/>
                    </a:lnTo>
                    <a:lnTo>
                      <a:pt x="3195" y="4263"/>
                    </a:lnTo>
                    <a:lnTo>
                      <a:pt x="1278" y="5684"/>
                    </a:lnTo>
                    <a:lnTo>
                      <a:pt x="0" y="9379"/>
                    </a:lnTo>
                  </a:path>
                </a:pathLst>
              </a:custGeom>
              <a:solidFill>
                <a:srgbClr val="743F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11" name="Group"/>
            <p:cNvGrpSpPr/>
            <p:nvPr/>
          </p:nvGrpSpPr>
          <p:grpSpPr>
            <a:xfrm>
              <a:off x="196850" y="1030287"/>
              <a:ext cx="649288" cy="1393826"/>
              <a:chOff x="0" y="0"/>
              <a:chExt cx="649287" cy="1393825"/>
            </a:xfrm>
          </p:grpSpPr>
          <p:sp>
            <p:nvSpPr>
              <p:cNvPr id="288" name="Shape"/>
              <p:cNvSpPr/>
              <p:nvPr/>
            </p:nvSpPr>
            <p:spPr>
              <a:xfrm>
                <a:off x="0" y="0"/>
                <a:ext cx="649288" cy="13938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69" y="886"/>
                    </a:moveTo>
                    <a:lnTo>
                      <a:pt x="6866" y="1082"/>
                    </a:lnTo>
                    <a:lnTo>
                      <a:pt x="10404" y="1132"/>
                    </a:lnTo>
                    <a:lnTo>
                      <a:pt x="14946" y="910"/>
                    </a:lnTo>
                    <a:lnTo>
                      <a:pt x="18431" y="394"/>
                    </a:lnTo>
                    <a:lnTo>
                      <a:pt x="19699" y="0"/>
                    </a:lnTo>
                    <a:lnTo>
                      <a:pt x="19804" y="640"/>
                    </a:lnTo>
                    <a:lnTo>
                      <a:pt x="20333" y="1009"/>
                    </a:lnTo>
                    <a:lnTo>
                      <a:pt x="20227" y="1476"/>
                    </a:lnTo>
                    <a:lnTo>
                      <a:pt x="20861" y="2067"/>
                    </a:lnTo>
                    <a:lnTo>
                      <a:pt x="21389" y="2878"/>
                    </a:lnTo>
                    <a:lnTo>
                      <a:pt x="21600" y="3838"/>
                    </a:lnTo>
                    <a:lnTo>
                      <a:pt x="21283" y="4846"/>
                    </a:lnTo>
                    <a:lnTo>
                      <a:pt x="20966" y="5486"/>
                    </a:lnTo>
                    <a:lnTo>
                      <a:pt x="20544" y="5954"/>
                    </a:lnTo>
                    <a:lnTo>
                      <a:pt x="20649" y="6446"/>
                    </a:lnTo>
                    <a:lnTo>
                      <a:pt x="20333" y="6864"/>
                    </a:lnTo>
                    <a:lnTo>
                      <a:pt x="19488" y="10357"/>
                    </a:lnTo>
                    <a:lnTo>
                      <a:pt x="19488" y="10997"/>
                    </a:lnTo>
                    <a:lnTo>
                      <a:pt x="18959" y="11513"/>
                    </a:lnTo>
                    <a:lnTo>
                      <a:pt x="19171" y="11956"/>
                    </a:lnTo>
                    <a:lnTo>
                      <a:pt x="18748" y="12448"/>
                    </a:lnTo>
                    <a:lnTo>
                      <a:pt x="18959" y="12916"/>
                    </a:lnTo>
                    <a:lnTo>
                      <a:pt x="18643" y="13506"/>
                    </a:lnTo>
                    <a:lnTo>
                      <a:pt x="18854" y="14687"/>
                    </a:lnTo>
                    <a:lnTo>
                      <a:pt x="18431" y="15942"/>
                    </a:lnTo>
                    <a:lnTo>
                      <a:pt x="17692" y="17172"/>
                    </a:lnTo>
                    <a:lnTo>
                      <a:pt x="17058" y="18672"/>
                    </a:lnTo>
                    <a:lnTo>
                      <a:pt x="17269" y="19386"/>
                    </a:lnTo>
                    <a:lnTo>
                      <a:pt x="16953" y="20641"/>
                    </a:lnTo>
                    <a:lnTo>
                      <a:pt x="14629" y="21010"/>
                    </a:lnTo>
                    <a:lnTo>
                      <a:pt x="12939" y="20960"/>
                    </a:lnTo>
                    <a:lnTo>
                      <a:pt x="10774" y="20764"/>
                    </a:lnTo>
                    <a:lnTo>
                      <a:pt x="10404" y="19287"/>
                    </a:lnTo>
                    <a:lnTo>
                      <a:pt x="10879" y="18328"/>
                    </a:lnTo>
                    <a:lnTo>
                      <a:pt x="10562" y="16778"/>
                    </a:lnTo>
                    <a:lnTo>
                      <a:pt x="10879" y="15794"/>
                    </a:lnTo>
                    <a:lnTo>
                      <a:pt x="11196" y="14589"/>
                    </a:lnTo>
                    <a:lnTo>
                      <a:pt x="10879" y="13826"/>
                    </a:lnTo>
                    <a:lnTo>
                      <a:pt x="11090" y="12645"/>
                    </a:lnTo>
                    <a:lnTo>
                      <a:pt x="10826" y="12153"/>
                    </a:lnTo>
                    <a:lnTo>
                      <a:pt x="11090" y="11218"/>
                    </a:lnTo>
                    <a:lnTo>
                      <a:pt x="10879" y="10357"/>
                    </a:lnTo>
                    <a:lnTo>
                      <a:pt x="11090" y="7011"/>
                    </a:lnTo>
                    <a:lnTo>
                      <a:pt x="9189" y="11390"/>
                    </a:lnTo>
                    <a:lnTo>
                      <a:pt x="8556" y="12055"/>
                    </a:lnTo>
                    <a:lnTo>
                      <a:pt x="8556" y="12645"/>
                    </a:lnTo>
                    <a:lnTo>
                      <a:pt x="8239" y="13260"/>
                    </a:lnTo>
                    <a:lnTo>
                      <a:pt x="8661" y="13924"/>
                    </a:lnTo>
                    <a:lnTo>
                      <a:pt x="8872" y="14859"/>
                    </a:lnTo>
                    <a:lnTo>
                      <a:pt x="8978" y="15942"/>
                    </a:lnTo>
                    <a:lnTo>
                      <a:pt x="8503" y="17910"/>
                    </a:lnTo>
                    <a:lnTo>
                      <a:pt x="8872" y="18771"/>
                    </a:lnTo>
                    <a:lnTo>
                      <a:pt x="8661" y="21206"/>
                    </a:lnTo>
                    <a:lnTo>
                      <a:pt x="7869" y="21502"/>
                    </a:lnTo>
                    <a:lnTo>
                      <a:pt x="5545" y="21600"/>
                    </a:lnTo>
                    <a:lnTo>
                      <a:pt x="2746" y="21157"/>
                    </a:lnTo>
                    <a:lnTo>
                      <a:pt x="1690" y="20714"/>
                    </a:lnTo>
                    <a:lnTo>
                      <a:pt x="1584" y="19410"/>
                    </a:lnTo>
                    <a:lnTo>
                      <a:pt x="2007" y="18574"/>
                    </a:lnTo>
                    <a:lnTo>
                      <a:pt x="1267" y="16729"/>
                    </a:lnTo>
                    <a:lnTo>
                      <a:pt x="951" y="14589"/>
                    </a:lnTo>
                    <a:lnTo>
                      <a:pt x="264" y="13457"/>
                    </a:lnTo>
                    <a:lnTo>
                      <a:pt x="0" y="12448"/>
                    </a:lnTo>
                    <a:lnTo>
                      <a:pt x="528" y="11169"/>
                    </a:lnTo>
                    <a:lnTo>
                      <a:pt x="422" y="9570"/>
                    </a:lnTo>
                    <a:lnTo>
                      <a:pt x="422" y="7799"/>
                    </a:lnTo>
                    <a:lnTo>
                      <a:pt x="634" y="6864"/>
                    </a:lnTo>
                    <a:lnTo>
                      <a:pt x="951" y="5929"/>
                    </a:lnTo>
                    <a:lnTo>
                      <a:pt x="1690" y="4576"/>
                    </a:lnTo>
                    <a:lnTo>
                      <a:pt x="1690" y="3936"/>
                    </a:lnTo>
                    <a:lnTo>
                      <a:pt x="2112" y="3444"/>
                    </a:lnTo>
                    <a:lnTo>
                      <a:pt x="2429" y="2755"/>
                    </a:lnTo>
                    <a:lnTo>
                      <a:pt x="2324" y="2239"/>
                    </a:lnTo>
                    <a:lnTo>
                      <a:pt x="3063" y="1697"/>
                    </a:lnTo>
                    <a:lnTo>
                      <a:pt x="3169" y="886"/>
                    </a:lnTo>
                  </a:path>
                </a:pathLst>
              </a:custGeom>
              <a:solidFill>
                <a:srgbClr val="011993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89" name="Shape"/>
              <p:cNvSpPr/>
              <p:nvPr/>
            </p:nvSpPr>
            <p:spPr>
              <a:xfrm>
                <a:off x="28575" y="36512"/>
                <a:ext cx="601663" cy="1339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6" y="717"/>
                    </a:moveTo>
                    <a:lnTo>
                      <a:pt x="3704" y="614"/>
                    </a:lnTo>
                    <a:lnTo>
                      <a:pt x="3932" y="1024"/>
                    </a:lnTo>
                    <a:lnTo>
                      <a:pt x="3818" y="1484"/>
                    </a:lnTo>
                    <a:lnTo>
                      <a:pt x="2394" y="1331"/>
                    </a:lnTo>
                    <a:lnTo>
                      <a:pt x="2679" y="1971"/>
                    </a:lnTo>
                    <a:lnTo>
                      <a:pt x="2565" y="2790"/>
                    </a:lnTo>
                    <a:lnTo>
                      <a:pt x="2052" y="3583"/>
                    </a:lnTo>
                    <a:lnTo>
                      <a:pt x="2223" y="4197"/>
                    </a:lnTo>
                    <a:lnTo>
                      <a:pt x="1254" y="5835"/>
                    </a:lnTo>
                    <a:lnTo>
                      <a:pt x="399" y="7447"/>
                    </a:lnTo>
                    <a:lnTo>
                      <a:pt x="342" y="9444"/>
                    </a:lnTo>
                    <a:lnTo>
                      <a:pt x="399" y="10800"/>
                    </a:lnTo>
                    <a:lnTo>
                      <a:pt x="57" y="11645"/>
                    </a:lnTo>
                    <a:lnTo>
                      <a:pt x="0" y="12438"/>
                    </a:lnTo>
                    <a:lnTo>
                      <a:pt x="912" y="13359"/>
                    </a:lnTo>
                    <a:lnTo>
                      <a:pt x="570" y="13973"/>
                    </a:lnTo>
                    <a:lnTo>
                      <a:pt x="399" y="15355"/>
                    </a:lnTo>
                    <a:lnTo>
                      <a:pt x="912" y="17070"/>
                    </a:lnTo>
                    <a:lnTo>
                      <a:pt x="1539" y="18606"/>
                    </a:lnTo>
                    <a:lnTo>
                      <a:pt x="1026" y="19578"/>
                    </a:lnTo>
                    <a:lnTo>
                      <a:pt x="1254" y="20807"/>
                    </a:lnTo>
                    <a:lnTo>
                      <a:pt x="3249" y="21344"/>
                    </a:lnTo>
                    <a:lnTo>
                      <a:pt x="5072" y="21600"/>
                    </a:lnTo>
                    <a:lnTo>
                      <a:pt x="7751" y="21472"/>
                    </a:lnTo>
                    <a:lnTo>
                      <a:pt x="7922" y="18964"/>
                    </a:lnTo>
                    <a:lnTo>
                      <a:pt x="7466" y="18145"/>
                    </a:lnTo>
                    <a:lnTo>
                      <a:pt x="7922" y="15279"/>
                    </a:lnTo>
                    <a:lnTo>
                      <a:pt x="7580" y="13564"/>
                    </a:lnTo>
                    <a:lnTo>
                      <a:pt x="5186" y="13820"/>
                    </a:lnTo>
                    <a:lnTo>
                      <a:pt x="3192" y="13897"/>
                    </a:lnTo>
                    <a:lnTo>
                      <a:pt x="2394" y="13845"/>
                    </a:lnTo>
                    <a:lnTo>
                      <a:pt x="3932" y="13769"/>
                    </a:lnTo>
                    <a:lnTo>
                      <a:pt x="6326" y="13564"/>
                    </a:lnTo>
                    <a:lnTo>
                      <a:pt x="7580" y="13180"/>
                    </a:lnTo>
                    <a:lnTo>
                      <a:pt x="5186" y="13410"/>
                    </a:lnTo>
                    <a:lnTo>
                      <a:pt x="3249" y="13564"/>
                    </a:lnTo>
                    <a:lnTo>
                      <a:pt x="1767" y="13487"/>
                    </a:lnTo>
                    <a:lnTo>
                      <a:pt x="1539" y="13308"/>
                    </a:lnTo>
                    <a:lnTo>
                      <a:pt x="2508" y="13359"/>
                    </a:lnTo>
                    <a:lnTo>
                      <a:pt x="5300" y="13231"/>
                    </a:lnTo>
                    <a:lnTo>
                      <a:pt x="7694" y="12847"/>
                    </a:lnTo>
                    <a:lnTo>
                      <a:pt x="5870" y="12950"/>
                    </a:lnTo>
                    <a:lnTo>
                      <a:pt x="3534" y="13027"/>
                    </a:lnTo>
                    <a:lnTo>
                      <a:pt x="1881" y="12847"/>
                    </a:lnTo>
                    <a:lnTo>
                      <a:pt x="6782" y="12694"/>
                    </a:lnTo>
                    <a:lnTo>
                      <a:pt x="7580" y="12412"/>
                    </a:lnTo>
                    <a:lnTo>
                      <a:pt x="4844" y="12412"/>
                    </a:lnTo>
                    <a:lnTo>
                      <a:pt x="2394" y="12310"/>
                    </a:lnTo>
                    <a:lnTo>
                      <a:pt x="1881" y="12105"/>
                    </a:lnTo>
                    <a:lnTo>
                      <a:pt x="5756" y="12233"/>
                    </a:lnTo>
                    <a:lnTo>
                      <a:pt x="7751" y="12054"/>
                    </a:lnTo>
                    <a:lnTo>
                      <a:pt x="5756" y="11491"/>
                    </a:lnTo>
                    <a:lnTo>
                      <a:pt x="4046" y="10851"/>
                    </a:lnTo>
                    <a:lnTo>
                      <a:pt x="2850" y="10109"/>
                    </a:lnTo>
                    <a:lnTo>
                      <a:pt x="2223" y="9623"/>
                    </a:lnTo>
                    <a:lnTo>
                      <a:pt x="3704" y="10365"/>
                    </a:lnTo>
                    <a:lnTo>
                      <a:pt x="5186" y="10749"/>
                    </a:lnTo>
                    <a:lnTo>
                      <a:pt x="6953" y="11235"/>
                    </a:lnTo>
                    <a:lnTo>
                      <a:pt x="8036" y="11209"/>
                    </a:lnTo>
                    <a:lnTo>
                      <a:pt x="8606" y="10083"/>
                    </a:lnTo>
                    <a:lnTo>
                      <a:pt x="9404" y="8522"/>
                    </a:lnTo>
                    <a:lnTo>
                      <a:pt x="9917" y="7064"/>
                    </a:lnTo>
                    <a:lnTo>
                      <a:pt x="10487" y="6526"/>
                    </a:lnTo>
                    <a:lnTo>
                      <a:pt x="13450" y="5963"/>
                    </a:lnTo>
                    <a:lnTo>
                      <a:pt x="11398" y="6731"/>
                    </a:lnTo>
                    <a:lnTo>
                      <a:pt x="11284" y="9009"/>
                    </a:lnTo>
                    <a:lnTo>
                      <a:pt x="11284" y="10442"/>
                    </a:lnTo>
                    <a:lnTo>
                      <a:pt x="11512" y="10698"/>
                    </a:lnTo>
                    <a:lnTo>
                      <a:pt x="13906" y="10902"/>
                    </a:lnTo>
                    <a:lnTo>
                      <a:pt x="11968" y="10928"/>
                    </a:lnTo>
                    <a:lnTo>
                      <a:pt x="11398" y="11056"/>
                    </a:lnTo>
                    <a:lnTo>
                      <a:pt x="10942" y="11747"/>
                    </a:lnTo>
                    <a:lnTo>
                      <a:pt x="12538" y="11773"/>
                    </a:lnTo>
                    <a:lnTo>
                      <a:pt x="13222" y="11696"/>
                    </a:lnTo>
                    <a:lnTo>
                      <a:pt x="10715" y="12003"/>
                    </a:lnTo>
                    <a:lnTo>
                      <a:pt x="11056" y="12310"/>
                    </a:lnTo>
                    <a:lnTo>
                      <a:pt x="12994" y="12284"/>
                    </a:lnTo>
                    <a:lnTo>
                      <a:pt x="14134" y="12105"/>
                    </a:lnTo>
                    <a:lnTo>
                      <a:pt x="15673" y="12105"/>
                    </a:lnTo>
                    <a:lnTo>
                      <a:pt x="13792" y="12361"/>
                    </a:lnTo>
                    <a:lnTo>
                      <a:pt x="11284" y="12643"/>
                    </a:lnTo>
                    <a:lnTo>
                      <a:pt x="10942" y="13282"/>
                    </a:lnTo>
                    <a:lnTo>
                      <a:pt x="11056" y="13845"/>
                    </a:lnTo>
                    <a:lnTo>
                      <a:pt x="11398" y="14255"/>
                    </a:lnTo>
                    <a:lnTo>
                      <a:pt x="11170" y="15074"/>
                    </a:lnTo>
                    <a:lnTo>
                      <a:pt x="10601" y="16584"/>
                    </a:lnTo>
                    <a:lnTo>
                      <a:pt x="11056" y="18017"/>
                    </a:lnTo>
                    <a:lnTo>
                      <a:pt x="10373" y="19348"/>
                    </a:lnTo>
                    <a:lnTo>
                      <a:pt x="10942" y="20755"/>
                    </a:lnTo>
                    <a:lnTo>
                      <a:pt x="13108" y="20935"/>
                    </a:lnTo>
                    <a:lnTo>
                      <a:pt x="14932" y="20986"/>
                    </a:lnTo>
                    <a:lnTo>
                      <a:pt x="16756" y="20602"/>
                    </a:lnTo>
                    <a:lnTo>
                      <a:pt x="17098" y="19348"/>
                    </a:lnTo>
                    <a:lnTo>
                      <a:pt x="16585" y="18555"/>
                    </a:lnTo>
                    <a:lnTo>
                      <a:pt x="18066" y="15867"/>
                    </a:lnTo>
                    <a:lnTo>
                      <a:pt x="18408" y="15100"/>
                    </a:lnTo>
                    <a:lnTo>
                      <a:pt x="18408" y="14204"/>
                    </a:lnTo>
                    <a:lnTo>
                      <a:pt x="18294" y="13487"/>
                    </a:lnTo>
                    <a:lnTo>
                      <a:pt x="17098" y="13615"/>
                    </a:lnTo>
                    <a:lnTo>
                      <a:pt x="15331" y="13666"/>
                    </a:lnTo>
                    <a:lnTo>
                      <a:pt x="13963" y="13436"/>
                    </a:lnTo>
                    <a:lnTo>
                      <a:pt x="16471" y="13308"/>
                    </a:lnTo>
                    <a:lnTo>
                      <a:pt x="18636" y="13078"/>
                    </a:lnTo>
                    <a:lnTo>
                      <a:pt x="18180" y="12412"/>
                    </a:lnTo>
                    <a:lnTo>
                      <a:pt x="18750" y="11824"/>
                    </a:lnTo>
                    <a:lnTo>
                      <a:pt x="18408" y="11286"/>
                    </a:lnTo>
                    <a:lnTo>
                      <a:pt x="19206" y="10902"/>
                    </a:lnTo>
                    <a:lnTo>
                      <a:pt x="19434" y="9136"/>
                    </a:lnTo>
                    <a:lnTo>
                      <a:pt x="20004" y="6680"/>
                    </a:lnTo>
                    <a:lnTo>
                      <a:pt x="20688" y="6142"/>
                    </a:lnTo>
                    <a:lnTo>
                      <a:pt x="20118" y="5707"/>
                    </a:lnTo>
                    <a:lnTo>
                      <a:pt x="20802" y="5067"/>
                    </a:lnTo>
                    <a:lnTo>
                      <a:pt x="21201" y="4248"/>
                    </a:lnTo>
                    <a:lnTo>
                      <a:pt x="21600" y="3404"/>
                    </a:lnTo>
                    <a:lnTo>
                      <a:pt x="21486" y="2559"/>
                    </a:lnTo>
                    <a:lnTo>
                      <a:pt x="21144" y="1740"/>
                    </a:lnTo>
                    <a:lnTo>
                      <a:pt x="20118" y="1049"/>
                    </a:lnTo>
                    <a:lnTo>
                      <a:pt x="20118" y="282"/>
                    </a:lnTo>
                    <a:lnTo>
                      <a:pt x="19206" y="537"/>
                    </a:lnTo>
                    <a:lnTo>
                      <a:pt x="19206" y="0"/>
                    </a:lnTo>
                    <a:lnTo>
                      <a:pt x="18180" y="77"/>
                    </a:lnTo>
                    <a:lnTo>
                      <a:pt x="18294" y="665"/>
                    </a:lnTo>
                    <a:lnTo>
                      <a:pt x="16927" y="947"/>
                    </a:lnTo>
                    <a:lnTo>
                      <a:pt x="15616" y="1152"/>
                    </a:lnTo>
                    <a:lnTo>
                      <a:pt x="15274" y="486"/>
                    </a:lnTo>
                    <a:lnTo>
                      <a:pt x="14248" y="589"/>
                    </a:lnTo>
                    <a:lnTo>
                      <a:pt x="14818" y="1331"/>
                    </a:lnTo>
                    <a:lnTo>
                      <a:pt x="12766" y="1484"/>
                    </a:lnTo>
                    <a:lnTo>
                      <a:pt x="10715" y="1587"/>
                    </a:lnTo>
                    <a:lnTo>
                      <a:pt x="8891" y="1587"/>
                    </a:lnTo>
                    <a:lnTo>
                      <a:pt x="8606" y="845"/>
                    </a:lnTo>
                    <a:lnTo>
                      <a:pt x="7751" y="793"/>
                    </a:lnTo>
                    <a:lnTo>
                      <a:pt x="7922" y="1587"/>
                    </a:lnTo>
                    <a:lnTo>
                      <a:pt x="4730" y="1484"/>
                    </a:lnTo>
                    <a:lnTo>
                      <a:pt x="4616" y="717"/>
                    </a:lnTo>
                  </a:path>
                </a:pathLst>
              </a:custGeom>
              <a:solidFill>
                <a:srgbClr val="0433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0" name="Shape"/>
              <p:cNvSpPr/>
              <p:nvPr/>
            </p:nvSpPr>
            <p:spPr>
              <a:xfrm>
                <a:off x="350837" y="404812"/>
                <a:ext cx="228601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450" y="9164"/>
                    </a:lnTo>
                    <a:lnTo>
                      <a:pt x="12600" y="1309"/>
                    </a:lnTo>
                    <a:lnTo>
                      <a:pt x="21600" y="0"/>
                    </a:lnTo>
                    <a:lnTo>
                      <a:pt x="11700" y="720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1" name="Shape"/>
              <p:cNvSpPr/>
              <p:nvPr/>
            </p:nvSpPr>
            <p:spPr>
              <a:xfrm>
                <a:off x="392112" y="735012"/>
                <a:ext cx="127001" cy="20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640" y="13292"/>
                    </a:lnTo>
                    <a:lnTo>
                      <a:pt x="0" y="18277"/>
                    </a:lnTo>
                    <a:lnTo>
                      <a:pt x="8640" y="21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2" name="Shape"/>
              <p:cNvSpPr/>
              <p:nvPr/>
            </p:nvSpPr>
            <p:spPr>
              <a:xfrm>
                <a:off x="347662" y="812800"/>
                <a:ext cx="161926" cy="69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471" y="6873"/>
                    </a:lnTo>
                    <a:lnTo>
                      <a:pt x="1906" y="13745"/>
                    </a:lnTo>
                    <a:lnTo>
                      <a:pt x="0" y="21600"/>
                    </a:lnTo>
                    <a:lnTo>
                      <a:pt x="4659" y="15218"/>
                    </a:lnTo>
                    <a:lnTo>
                      <a:pt x="11012" y="9327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3" name="Shape"/>
              <p:cNvSpPr/>
              <p:nvPr/>
            </p:nvSpPr>
            <p:spPr>
              <a:xfrm>
                <a:off x="376237" y="433387"/>
                <a:ext cx="146051" cy="1555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261" y="8155"/>
                    </a:lnTo>
                    <a:lnTo>
                      <a:pt x="5400" y="17192"/>
                    </a:lnTo>
                    <a:lnTo>
                      <a:pt x="0" y="21600"/>
                    </a:lnTo>
                    <a:lnTo>
                      <a:pt x="9391" y="16751"/>
                    </a:lnTo>
                    <a:lnTo>
                      <a:pt x="14791" y="108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4" name="Shape"/>
              <p:cNvSpPr/>
              <p:nvPr/>
            </p:nvSpPr>
            <p:spPr>
              <a:xfrm>
                <a:off x="166687" y="198437"/>
                <a:ext cx="230188" cy="158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7448" y="19440"/>
                    </a:lnTo>
                    <a:lnTo>
                      <a:pt x="15194" y="21600"/>
                    </a:lnTo>
                    <a:lnTo>
                      <a:pt x="21600" y="10800"/>
                    </a:lnTo>
                    <a:lnTo>
                      <a:pt x="15046" y="10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5" name="Shape"/>
              <p:cNvSpPr/>
              <p:nvPr/>
            </p:nvSpPr>
            <p:spPr>
              <a:xfrm>
                <a:off x="176212" y="169862"/>
                <a:ext cx="296863" cy="2794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91" y="0"/>
                    </a:moveTo>
                    <a:lnTo>
                      <a:pt x="20791" y="5523"/>
                    </a:lnTo>
                    <a:lnTo>
                      <a:pt x="18712" y="11291"/>
                    </a:lnTo>
                    <a:lnTo>
                      <a:pt x="15478" y="16323"/>
                    </a:lnTo>
                    <a:lnTo>
                      <a:pt x="12359" y="17427"/>
                    </a:lnTo>
                    <a:lnTo>
                      <a:pt x="7624" y="19023"/>
                    </a:lnTo>
                    <a:lnTo>
                      <a:pt x="0" y="21600"/>
                    </a:lnTo>
                    <a:lnTo>
                      <a:pt x="7855" y="19882"/>
                    </a:lnTo>
                    <a:lnTo>
                      <a:pt x="12128" y="18164"/>
                    </a:lnTo>
                    <a:lnTo>
                      <a:pt x="17557" y="15955"/>
                    </a:lnTo>
                    <a:lnTo>
                      <a:pt x="19174" y="11905"/>
                    </a:lnTo>
                    <a:lnTo>
                      <a:pt x="20907" y="7855"/>
                    </a:lnTo>
                    <a:lnTo>
                      <a:pt x="21600" y="5523"/>
                    </a:lnTo>
                    <a:lnTo>
                      <a:pt x="20791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6" name="Shape"/>
              <p:cNvSpPr/>
              <p:nvPr/>
            </p:nvSpPr>
            <p:spPr>
              <a:xfrm>
                <a:off x="149225" y="254000"/>
                <a:ext cx="168275" cy="1254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64" y="0"/>
                    </a:moveTo>
                    <a:lnTo>
                      <a:pt x="2038" y="12030"/>
                    </a:lnTo>
                    <a:lnTo>
                      <a:pt x="5094" y="19413"/>
                    </a:lnTo>
                    <a:lnTo>
                      <a:pt x="21600" y="20780"/>
                    </a:lnTo>
                    <a:lnTo>
                      <a:pt x="12226" y="21600"/>
                    </a:lnTo>
                    <a:lnTo>
                      <a:pt x="1223" y="21327"/>
                    </a:lnTo>
                    <a:lnTo>
                      <a:pt x="0" y="13944"/>
                    </a:lnTo>
                    <a:lnTo>
                      <a:pt x="3464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7" name="Shape"/>
              <p:cNvSpPr/>
              <p:nvPr/>
            </p:nvSpPr>
            <p:spPr>
              <a:xfrm>
                <a:off x="515937" y="142875"/>
                <a:ext cx="84138" cy="444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264" y="16971"/>
                    </a:lnTo>
                    <a:lnTo>
                      <a:pt x="21600" y="0"/>
                    </a:lnTo>
                    <a:lnTo>
                      <a:pt x="14264" y="6171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8" name="Shape"/>
              <p:cNvSpPr/>
              <p:nvPr/>
            </p:nvSpPr>
            <p:spPr>
              <a:xfrm>
                <a:off x="493712" y="184150"/>
                <a:ext cx="111126" cy="1809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83" y="0"/>
                    </a:moveTo>
                    <a:lnTo>
                      <a:pt x="21600" y="8337"/>
                    </a:lnTo>
                    <a:lnTo>
                      <a:pt x="16971" y="15158"/>
                    </a:lnTo>
                    <a:lnTo>
                      <a:pt x="9257" y="20274"/>
                    </a:lnTo>
                    <a:lnTo>
                      <a:pt x="0" y="21600"/>
                    </a:lnTo>
                    <a:lnTo>
                      <a:pt x="12343" y="17053"/>
                    </a:lnTo>
                    <a:lnTo>
                      <a:pt x="18823" y="10042"/>
                    </a:lnTo>
                    <a:lnTo>
                      <a:pt x="20983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299" name="Shape"/>
              <p:cNvSpPr/>
              <p:nvPr/>
            </p:nvSpPr>
            <p:spPr>
              <a:xfrm>
                <a:off x="266700" y="144462"/>
                <a:ext cx="133350" cy="19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1314" y="14400"/>
                    </a:lnTo>
                    <a:lnTo>
                      <a:pt x="0" y="21600"/>
                    </a:lnTo>
                    <a:lnTo>
                      <a:pt x="10800" y="72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0" name="Shape"/>
              <p:cNvSpPr/>
              <p:nvPr/>
            </p:nvSpPr>
            <p:spPr>
              <a:xfrm>
                <a:off x="82550" y="482600"/>
                <a:ext cx="212725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958" y="9483"/>
                    </a:lnTo>
                    <a:lnTo>
                      <a:pt x="7415" y="16859"/>
                    </a:lnTo>
                    <a:lnTo>
                      <a:pt x="0" y="19493"/>
                    </a:lnTo>
                    <a:lnTo>
                      <a:pt x="6931" y="21600"/>
                    </a:lnTo>
                    <a:lnTo>
                      <a:pt x="15313" y="1685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1" name="Shape"/>
              <p:cNvSpPr/>
              <p:nvPr/>
            </p:nvSpPr>
            <p:spPr>
              <a:xfrm>
                <a:off x="9525" y="134937"/>
                <a:ext cx="79375" cy="755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008" y="0"/>
                    </a:moveTo>
                    <a:lnTo>
                      <a:pt x="21600" y="953"/>
                    </a:lnTo>
                    <a:lnTo>
                      <a:pt x="21600" y="2360"/>
                    </a:lnTo>
                    <a:lnTo>
                      <a:pt x="15120" y="3539"/>
                    </a:lnTo>
                    <a:lnTo>
                      <a:pt x="17280" y="4992"/>
                    </a:lnTo>
                    <a:lnTo>
                      <a:pt x="9504" y="8032"/>
                    </a:lnTo>
                    <a:lnTo>
                      <a:pt x="4752" y="10755"/>
                    </a:lnTo>
                    <a:lnTo>
                      <a:pt x="4752" y="13613"/>
                    </a:lnTo>
                    <a:lnTo>
                      <a:pt x="4752" y="15973"/>
                    </a:lnTo>
                    <a:lnTo>
                      <a:pt x="3888" y="16835"/>
                    </a:lnTo>
                    <a:lnTo>
                      <a:pt x="3024" y="18106"/>
                    </a:lnTo>
                    <a:lnTo>
                      <a:pt x="2592" y="19422"/>
                    </a:lnTo>
                    <a:lnTo>
                      <a:pt x="6480" y="20556"/>
                    </a:lnTo>
                    <a:lnTo>
                      <a:pt x="4752" y="21600"/>
                    </a:lnTo>
                    <a:lnTo>
                      <a:pt x="0" y="20420"/>
                    </a:lnTo>
                    <a:lnTo>
                      <a:pt x="432" y="18968"/>
                    </a:lnTo>
                    <a:lnTo>
                      <a:pt x="3024" y="16835"/>
                    </a:lnTo>
                    <a:lnTo>
                      <a:pt x="3024" y="14612"/>
                    </a:lnTo>
                    <a:lnTo>
                      <a:pt x="2592" y="12161"/>
                    </a:lnTo>
                    <a:lnTo>
                      <a:pt x="3024" y="9711"/>
                    </a:lnTo>
                    <a:lnTo>
                      <a:pt x="8640" y="7079"/>
                    </a:lnTo>
                    <a:lnTo>
                      <a:pt x="13392" y="5218"/>
                    </a:lnTo>
                    <a:lnTo>
                      <a:pt x="12528" y="3539"/>
                    </a:lnTo>
                    <a:lnTo>
                      <a:pt x="19008" y="2269"/>
                    </a:lnTo>
                    <a:lnTo>
                      <a:pt x="19008" y="0"/>
                    </a:lnTo>
                  </a:path>
                </a:pathLst>
              </a:custGeom>
              <a:solidFill>
                <a:srgbClr val="0433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2" name="Shape"/>
              <p:cNvSpPr/>
              <p:nvPr/>
            </p:nvSpPr>
            <p:spPr>
              <a:xfrm>
                <a:off x="350837" y="1198562"/>
                <a:ext cx="125413" cy="539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311" y="10165"/>
                    </a:lnTo>
                    <a:lnTo>
                      <a:pt x="5468" y="18424"/>
                    </a:lnTo>
                    <a:lnTo>
                      <a:pt x="0" y="21600"/>
                    </a:lnTo>
                    <a:lnTo>
                      <a:pt x="12851" y="19694"/>
                    </a:lnTo>
                    <a:lnTo>
                      <a:pt x="14765" y="1588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3" name="Shape"/>
              <p:cNvSpPr/>
              <p:nvPr/>
            </p:nvSpPr>
            <p:spPr>
              <a:xfrm>
                <a:off x="323850" y="1030287"/>
                <a:ext cx="195263" cy="204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737" y="6028"/>
                    </a:lnTo>
                    <a:lnTo>
                      <a:pt x="13698" y="10716"/>
                    </a:lnTo>
                    <a:lnTo>
                      <a:pt x="8605" y="14567"/>
                    </a:lnTo>
                    <a:lnTo>
                      <a:pt x="3512" y="17247"/>
                    </a:lnTo>
                    <a:lnTo>
                      <a:pt x="1405" y="18084"/>
                    </a:lnTo>
                    <a:lnTo>
                      <a:pt x="0" y="21600"/>
                    </a:lnTo>
                    <a:lnTo>
                      <a:pt x="5795" y="19088"/>
                    </a:lnTo>
                    <a:lnTo>
                      <a:pt x="11941" y="14400"/>
                    </a:lnTo>
                    <a:lnTo>
                      <a:pt x="17210" y="854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4" name="Shape"/>
              <p:cNvSpPr/>
              <p:nvPr/>
            </p:nvSpPr>
            <p:spPr>
              <a:xfrm>
                <a:off x="338137" y="904875"/>
                <a:ext cx="77788" cy="128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053" y="7200"/>
                    </a:lnTo>
                    <a:lnTo>
                      <a:pt x="2204" y="14133"/>
                    </a:lnTo>
                    <a:lnTo>
                      <a:pt x="0" y="21600"/>
                    </a:lnTo>
                    <a:lnTo>
                      <a:pt x="8816" y="104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5" name="Shape"/>
              <p:cNvSpPr/>
              <p:nvPr/>
            </p:nvSpPr>
            <p:spPr>
              <a:xfrm>
                <a:off x="95250" y="1100137"/>
                <a:ext cx="123825" cy="77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708" y="11461"/>
                    </a:lnTo>
                    <a:lnTo>
                      <a:pt x="10523" y="16310"/>
                    </a:lnTo>
                    <a:lnTo>
                      <a:pt x="19662" y="18073"/>
                    </a:lnTo>
                    <a:lnTo>
                      <a:pt x="21600" y="18073"/>
                    </a:lnTo>
                    <a:lnTo>
                      <a:pt x="16892" y="21600"/>
                    </a:lnTo>
                    <a:lnTo>
                      <a:pt x="8585" y="20278"/>
                    </a:lnTo>
                    <a:lnTo>
                      <a:pt x="4154" y="185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6" name="Shape"/>
              <p:cNvSpPr/>
              <p:nvPr/>
            </p:nvSpPr>
            <p:spPr>
              <a:xfrm>
                <a:off x="73025" y="1168400"/>
                <a:ext cx="152400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625" y="13800"/>
                    </a:lnTo>
                    <a:lnTo>
                      <a:pt x="10350" y="16800"/>
                    </a:lnTo>
                    <a:lnTo>
                      <a:pt x="20250" y="18000"/>
                    </a:lnTo>
                    <a:lnTo>
                      <a:pt x="21600" y="16800"/>
                    </a:lnTo>
                    <a:lnTo>
                      <a:pt x="17775" y="20400"/>
                    </a:lnTo>
                    <a:lnTo>
                      <a:pt x="7650" y="21600"/>
                    </a:lnTo>
                    <a:lnTo>
                      <a:pt x="2475" y="16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7" name="Shape"/>
              <p:cNvSpPr/>
              <p:nvPr/>
            </p:nvSpPr>
            <p:spPr>
              <a:xfrm>
                <a:off x="76200" y="1265237"/>
                <a:ext cx="152400" cy="619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450" y="12738"/>
                    </a:lnTo>
                    <a:lnTo>
                      <a:pt x="15975" y="14400"/>
                    </a:lnTo>
                    <a:lnTo>
                      <a:pt x="21600" y="9969"/>
                    </a:lnTo>
                    <a:lnTo>
                      <a:pt x="16875" y="19938"/>
                    </a:lnTo>
                    <a:lnTo>
                      <a:pt x="11025" y="21600"/>
                    </a:lnTo>
                    <a:lnTo>
                      <a:pt x="6075" y="1661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8" name="Shape"/>
              <p:cNvSpPr/>
              <p:nvPr/>
            </p:nvSpPr>
            <p:spPr>
              <a:xfrm>
                <a:off x="44450" y="955675"/>
                <a:ext cx="44450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857" y="0"/>
                    </a:moveTo>
                    <a:lnTo>
                      <a:pt x="5400" y="7855"/>
                    </a:lnTo>
                    <a:lnTo>
                      <a:pt x="9257" y="12139"/>
                    </a:lnTo>
                    <a:lnTo>
                      <a:pt x="21600" y="21600"/>
                    </a:lnTo>
                    <a:lnTo>
                      <a:pt x="10800" y="18922"/>
                    </a:lnTo>
                    <a:lnTo>
                      <a:pt x="5400" y="10889"/>
                    </a:lnTo>
                    <a:lnTo>
                      <a:pt x="0" y="6962"/>
                    </a:lnTo>
                    <a:lnTo>
                      <a:pt x="3857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09" name="Shape"/>
              <p:cNvSpPr/>
              <p:nvPr/>
            </p:nvSpPr>
            <p:spPr>
              <a:xfrm>
                <a:off x="465137" y="617537"/>
                <a:ext cx="87313" cy="76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996" y="20250"/>
                    </a:lnTo>
                    <a:lnTo>
                      <a:pt x="18851" y="14400"/>
                    </a:lnTo>
                    <a:lnTo>
                      <a:pt x="19636" y="8550"/>
                    </a:lnTo>
                    <a:lnTo>
                      <a:pt x="21600" y="0"/>
                    </a:lnTo>
                    <a:lnTo>
                      <a:pt x="16887" y="1035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0" name="Shape"/>
              <p:cNvSpPr/>
              <p:nvPr/>
            </p:nvSpPr>
            <p:spPr>
              <a:xfrm>
                <a:off x="60325" y="676275"/>
                <a:ext cx="130175" cy="90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634" y="0"/>
                    </a:moveTo>
                    <a:lnTo>
                      <a:pt x="8166" y="9095"/>
                    </a:lnTo>
                    <a:lnTo>
                      <a:pt x="12117" y="14400"/>
                    </a:lnTo>
                    <a:lnTo>
                      <a:pt x="18702" y="19705"/>
                    </a:lnTo>
                    <a:lnTo>
                      <a:pt x="21600" y="21600"/>
                    </a:lnTo>
                    <a:lnTo>
                      <a:pt x="18176" y="21600"/>
                    </a:lnTo>
                    <a:lnTo>
                      <a:pt x="12644" y="21600"/>
                    </a:lnTo>
                    <a:lnTo>
                      <a:pt x="0" y="18947"/>
                    </a:lnTo>
                    <a:lnTo>
                      <a:pt x="9220" y="18947"/>
                    </a:lnTo>
                    <a:lnTo>
                      <a:pt x="12117" y="18568"/>
                    </a:lnTo>
                    <a:lnTo>
                      <a:pt x="6585" y="12505"/>
                    </a:lnTo>
                    <a:lnTo>
                      <a:pt x="2634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26" name="Group"/>
            <p:cNvGrpSpPr/>
            <p:nvPr/>
          </p:nvGrpSpPr>
          <p:grpSpPr>
            <a:xfrm>
              <a:off x="0" y="360362"/>
              <a:ext cx="950913" cy="752476"/>
              <a:chOff x="0" y="0"/>
              <a:chExt cx="950912" cy="752475"/>
            </a:xfrm>
          </p:grpSpPr>
          <p:sp>
            <p:nvSpPr>
              <p:cNvPr id="312" name="Shape"/>
              <p:cNvSpPr/>
              <p:nvPr/>
            </p:nvSpPr>
            <p:spPr>
              <a:xfrm>
                <a:off x="0" y="0"/>
                <a:ext cx="950913" cy="752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44" y="2734"/>
                    </a:moveTo>
                    <a:lnTo>
                      <a:pt x="5697" y="2233"/>
                    </a:lnTo>
                    <a:lnTo>
                      <a:pt x="7392" y="1868"/>
                    </a:lnTo>
                    <a:lnTo>
                      <a:pt x="9376" y="410"/>
                    </a:lnTo>
                    <a:lnTo>
                      <a:pt x="10638" y="91"/>
                    </a:lnTo>
                    <a:lnTo>
                      <a:pt x="12152" y="0"/>
                    </a:lnTo>
                    <a:lnTo>
                      <a:pt x="14027" y="228"/>
                    </a:lnTo>
                    <a:lnTo>
                      <a:pt x="15830" y="1686"/>
                    </a:lnTo>
                    <a:lnTo>
                      <a:pt x="17994" y="2506"/>
                    </a:lnTo>
                    <a:lnTo>
                      <a:pt x="18968" y="3281"/>
                    </a:lnTo>
                    <a:lnTo>
                      <a:pt x="19220" y="4192"/>
                    </a:lnTo>
                    <a:lnTo>
                      <a:pt x="19941" y="5787"/>
                    </a:lnTo>
                    <a:lnTo>
                      <a:pt x="20807" y="7337"/>
                    </a:lnTo>
                    <a:lnTo>
                      <a:pt x="21348" y="9980"/>
                    </a:lnTo>
                    <a:lnTo>
                      <a:pt x="21600" y="11985"/>
                    </a:lnTo>
                    <a:lnTo>
                      <a:pt x="21384" y="14035"/>
                    </a:lnTo>
                    <a:lnTo>
                      <a:pt x="20482" y="14947"/>
                    </a:lnTo>
                    <a:lnTo>
                      <a:pt x="18355" y="14127"/>
                    </a:lnTo>
                    <a:lnTo>
                      <a:pt x="18138" y="15175"/>
                    </a:lnTo>
                    <a:lnTo>
                      <a:pt x="18355" y="16815"/>
                    </a:lnTo>
                    <a:lnTo>
                      <a:pt x="18679" y="18000"/>
                    </a:lnTo>
                    <a:lnTo>
                      <a:pt x="18355" y="19276"/>
                    </a:lnTo>
                    <a:lnTo>
                      <a:pt x="17417" y="20096"/>
                    </a:lnTo>
                    <a:lnTo>
                      <a:pt x="15903" y="20825"/>
                    </a:lnTo>
                    <a:lnTo>
                      <a:pt x="13595" y="21281"/>
                    </a:lnTo>
                    <a:lnTo>
                      <a:pt x="11611" y="21600"/>
                    </a:lnTo>
                    <a:lnTo>
                      <a:pt x="9123" y="21554"/>
                    </a:lnTo>
                    <a:lnTo>
                      <a:pt x="6130" y="20871"/>
                    </a:lnTo>
                    <a:lnTo>
                      <a:pt x="5842" y="19732"/>
                    </a:lnTo>
                    <a:lnTo>
                      <a:pt x="6058" y="18547"/>
                    </a:lnTo>
                    <a:lnTo>
                      <a:pt x="6058" y="16633"/>
                    </a:lnTo>
                    <a:lnTo>
                      <a:pt x="5914" y="14035"/>
                    </a:lnTo>
                    <a:lnTo>
                      <a:pt x="4255" y="16451"/>
                    </a:lnTo>
                    <a:lnTo>
                      <a:pt x="2741" y="16906"/>
                    </a:lnTo>
                    <a:lnTo>
                      <a:pt x="1587" y="17271"/>
                    </a:lnTo>
                    <a:lnTo>
                      <a:pt x="577" y="16678"/>
                    </a:lnTo>
                    <a:lnTo>
                      <a:pt x="0" y="15220"/>
                    </a:lnTo>
                    <a:lnTo>
                      <a:pt x="36" y="13215"/>
                    </a:lnTo>
                    <a:lnTo>
                      <a:pt x="938" y="12122"/>
                    </a:lnTo>
                    <a:lnTo>
                      <a:pt x="1803" y="10435"/>
                    </a:lnTo>
                    <a:lnTo>
                      <a:pt x="2813" y="7154"/>
                    </a:lnTo>
                    <a:lnTo>
                      <a:pt x="3245" y="5605"/>
                    </a:lnTo>
                    <a:lnTo>
                      <a:pt x="3606" y="4238"/>
                    </a:lnTo>
                    <a:lnTo>
                      <a:pt x="4544" y="2734"/>
                    </a:lnTo>
                  </a:path>
                </a:pathLst>
              </a:custGeom>
              <a:solidFill>
                <a:srgbClr val="942193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3" name="Shape"/>
              <p:cNvSpPr/>
              <p:nvPr/>
            </p:nvSpPr>
            <p:spPr>
              <a:xfrm>
                <a:off x="15875" y="11112"/>
                <a:ext cx="919163" cy="711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75" y="2025"/>
                    </a:moveTo>
                    <a:lnTo>
                      <a:pt x="5409" y="2411"/>
                    </a:lnTo>
                    <a:lnTo>
                      <a:pt x="4477" y="2941"/>
                    </a:lnTo>
                    <a:lnTo>
                      <a:pt x="3731" y="4098"/>
                    </a:lnTo>
                    <a:lnTo>
                      <a:pt x="3507" y="5111"/>
                    </a:lnTo>
                    <a:lnTo>
                      <a:pt x="2873" y="7039"/>
                    </a:lnTo>
                    <a:lnTo>
                      <a:pt x="1865" y="11186"/>
                    </a:lnTo>
                    <a:lnTo>
                      <a:pt x="1194" y="12198"/>
                    </a:lnTo>
                    <a:lnTo>
                      <a:pt x="1045" y="13355"/>
                    </a:lnTo>
                    <a:lnTo>
                      <a:pt x="1119" y="14561"/>
                    </a:lnTo>
                    <a:lnTo>
                      <a:pt x="821" y="13211"/>
                    </a:lnTo>
                    <a:lnTo>
                      <a:pt x="895" y="12536"/>
                    </a:lnTo>
                    <a:lnTo>
                      <a:pt x="298" y="13355"/>
                    </a:lnTo>
                    <a:lnTo>
                      <a:pt x="0" y="14127"/>
                    </a:lnTo>
                    <a:lnTo>
                      <a:pt x="75" y="15573"/>
                    </a:lnTo>
                    <a:lnTo>
                      <a:pt x="597" y="16827"/>
                    </a:lnTo>
                    <a:lnTo>
                      <a:pt x="1268" y="17068"/>
                    </a:lnTo>
                    <a:lnTo>
                      <a:pt x="3059" y="16875"/>
                    </a:lnTo>
                    <a:lnTo>
                      <a:pt x="3731" y="16489"/>
                    </a:lnTo>
                    <a:lnTo>
                      <a:pt x="4738" y="15139"/>
                    </a:lnTo>
                    <a:lnTo>
                      <a:pt x="5484" y="14030"/>
                    </a:lnTo>
                    <a:lnTo>
                      <a:pt x="4701" y="11861"/>
                    </a:lnTo>
                    <a:lnTo>
                      <a:pt x="4290" y="10414"/>
                    </a:lnTo>
                    <a:lnTo>
                      <a:pt x="4253" y="7377"/>
                    </a:lnTo>
                    <a:lnTo>
                      <a:pt x="4402" y="6220"/>
                    </a:lnTo>
                    <a:lnTo>
                      <a:pt x="4514" y="8148"/>
                    </a:lnTo>
                    <a:lnTo>
                      <a:pt x="4514" y="10077"/>
                    </a:lnTo>
                    <a:lnTo>
                      <a:pt x="5036" y="11716"/>
                    </a:lnTo>
                    <a:lnTo>
                      <a:pt x="5708" y="13789"/>
                    </a:lnTo>
                    <a:lnTo>
                      <a:pt x="5596" y="11764"/>
                    </a:lnTo>
                    <a:lnTo>
                      <a:pt x="5260" y="9402"/>
                    </a:lnTo>
                    <a:lnTo>
                      <a:pt x="5372" y="7907"/>
                    </a:lnTo>
                    <a:lnTo>
                      <a:pt x="5596" y="6220"/>
                    </a:lnTo>
                    <a:lnTo>
                      <a:pt x="5596" y="8582"/>
                    </a:lnTo>
                    <a:lnTo>
                      <a:pt x="5633" y="10752"/>
                    </a:lnTo>
                    <a:lnTo>
                      <a:pt x="5708" y="11764"/>
                    </a:lnTo>
                    <a:lnTo>
                      <a:pt x="6006" y="9498"/>
                    </a:lnTo>
                    <a:lnTo>
                      <a:pt x="6454" y="7570"/>
                    </a:lnTo>
                    <a:lnTo>
                      <a:pt x="6305" y="9739"/>
                    </a:lnTo>
                    <a:lnTo>
                      <a:pt x="6081" y="11427"/>
                    </a:lnTo>
                    <a:lnTo>
                      <a:pt x="5932" y="12873"/>
                    </a:lnTo>
                    <a:lnTo>
                      <a:pt x="6081" y="14223"/>
                    </a:lnTo>
                    <a:lnTo>
                      <a:pt x="6155" y="15959"/>
                    </a:lnTo>
                    <a:lnTo>
                      <a:pt x="6155" y="17502"/>
                    </a:lnTo>
                    <a:lnTo>
                      <a:pt x="6006" y="18755"/>
                    </a:lnTo>
                    <a:lnTo>
                      <a:pt x="7013" y="17743"/>
                    </a:lnTo>
                    <a:lnTo>
                      <a:pt x="8021" y="15718"/>
                    </a:lnTo>
                    <a:lnTo>
                      <a:pt x="9140" y="13596"/>
                    </a:lnTo>
                    <a:lnTo>
                      <a:pt x="8394" y="15863"/>
                    </a:lnTo>
                    <a:lnTo>
                      <a:pt x="7349" y="18225"/>
                    </a:lnTo>
                    <a:lnTo>
                      <a:pt x="6379" y="19093"/>
                    </a:lnTo>
                    <a:lnTo>
                      <a:pt x="6006" y="19575"/>
                    </a:lnTo>
                    <a:lnTo>
                      <a:pt x="6081" y="20588"/>
                    </a:lnTo>
                    <a:lnTo>
                      <a:pt x="6902" y="21455"/>
                    </a:lnTo>
                    <a:lnTo>
                      <a:pt x="8021" y="21118"/>
                    </a:lnTo>
                    <a:lnTo>
                      <a:pt x="9065" y="20588"/>
                    </a:lnTo>
                    <a:lnTo>
                      <a:pt x="10408" y="18466"/>
                    </a:lnTo>
                    <a:lnTo>
                      <a:pt x="9588" y="20491"/>
                    </a:lnTo>
                    <a:lnTo>
                      <a:pt x="8319" y="21455"/>
                    </a:lnTo>
                    <a:lnTo>
                      <a:pt x="9438" y="21600"/>
                    </a:lnTo>
                    <a:lnTo>
                      <a:pt x="12311" y="21455"/>
                    </a:lnTo>
                    <a:lnTo>
                      <a:pt x="12982" y="20925"/>
                    </a:lnTo>
                    <a:lnTo>
                      <a:pt x="13393" y="20105"/>
                    </a:lnTo>
                    <a:lnTo>
                      <a:pt x="13281" y="18080"/>
                    </a:lnTo>
                    <a:lnTo>
                      <a:pt x="13281" y="16489"/>
                    </a:lnTo>
                    <a:lnTo>
                      <a:pt x="13840" y="13982"/>
                    </a:lnTo>
                    <a:lnTo>
                      <a:pt x="14848" y="12343"/>
                    </a:lnTo>
                    <a:lnTo>
                      <a:pt x="14102" y="14030"/>
                    </a:lnTo>
                    <a:lnTo>
                      <a:pt x="13728" y="15814"/>
                    </a:lnTo>
                    <a:lnTo>
                      <a:pt x="13654" y="16971"/>
                    </a:lnTo>
                    <a:lnTo>
                      <a:pt x="13654" y="18418"/>
                    </a:lnTo>
                    <a:lnTo>
                      <a:pt x="13654" y="19430"/>
                    </a:lnTo>
                    <a:lnTo>
                      <a:pt x="13654" y="20443"/>
                    </a:lnTo>
                    <a:lnTo>
                      <a:pt x="13094" y="21359"/>
                    </a:lnTo>
                    <a:lnTo>
                      <a:pt x="14624" y="21359"/>
                    </a:lnTo>
                    <a:lnTo>
                      <a:pt x="16041" y="20588"/>
                    </a:lnTo>
                    <a:lnTo>
                      <a:pt x="16489" y="19913"/>
                    </a:lnTo>
                    <a:lnTo>
                      <a:pt x="16713" y="17984"/>
                    </a:lnTo>
                    <a:lnTo>
                      <a:pt x="16564" y="16152"/>
                    </a:lnTo>
                    <a:lnTo>
                      <a:pt x="16564" y="15718"/>
                    </a:lnTo>
                    <a:lnTo>
                      <a:pt x="16788" y="14705"/>
                    </a:lnTo>
                    <a:lnTo>
                      <a:pt x="16788" y="16296"/>
                    </a:lnTo>
                    <a:lnTo>
                      <a:pt x="17011" y="17309"/>
                    </a:lnTo>
                    <a:lnTo>
                      <a:pt x="16937" y="18659"/>
                    </a:lnTo>
                    <a:lnTo>
                      <a:pt x="16788" y="19768"/>
                    </a:lnTo>
                    <a:lnTo>
                      <a:pt x="16489" y="20588"/>
                    </a:lnTo>
                    <a:lnTo>
                      <a:pt x="17384" y="19816"/>
                    </a:lnTo>
                    <a:lnTo>
                      <a:pt x="18056" y="19238"/>
                    </a:lnTo>
                    <a:lnTo>
                      <a:pt x="18354" y="19238"/>
                    </a:lnTo>
                    <a:lnTo>
                      <a:pt x="18504" y="18321"/>
                    </a:lnTo>
                    <a:lnTo>
                      <a:pt x="17758" y="17213"/>
                    </a:lnTo>
                    <a:lnTo>
                      <a:pt x="17310" y="16152"/>
                    </a:lnTo>
                    <a:lnTo>
                      <a:pt x="17907" y="16971"/>
                    </a:lnTo>
                    <a:lnTo>
                      <a:pt x="18168" y="17598"/>
                    </a:lnTo>
                    <a:lnTo>
                      <a:pt x="17758" y="16489"/>
                    </a:lnTo>
                    <a:lnTo>
                      <a:pt x="17534" y="15139"/>
                    </a:lnTo>
                    <a:lnTo>
                      <a:pt x="17459" y="14320"/>
                    </a:lnTo>
                    <a:lnTo>
                      <a:pt x="17832" y="15236"/>
                    </a:lnTo>
                    <a:lnTo>
                      <a:pt x="18056" y="16875"/>
                    </a:lnTo>
                    <a:lnTo>
                      <a:pt x="18056" y="14802"/>
                    </a:lnTo>
                    <a:lnTo>
                      <a:pt x="18168" y="14368"/>
                    </a:lnTo>
                    <a:lnTo>
                      <a:pt x="17907" y="13452"/>
                    </a:lnTo>
                    <a:lnTo>
                      <a:pt x="17459" y="12102"/>
                    </a:lnTo>
                    <a:lnTo>
                      <a:pt x="17011" y="9980"/>
                    </a:lnTo>
                    <a:lnTo>
                      <a:pt x="17459" y="11089"/>
                    </a:lnTo>
                    <a:lnTo>
                      <a:pt x="17981" y="13114"/>
                    </a:lnTo>
                    <a:lnTo>
                      <a:pt x="18392" y="14127"/>
                    </a:lnTo>
                    <a:lnTo>
                      <a:pt x="18504" y="12777"/>
                    </a:lnTo>
                    <a:lnTo>
                      <a:pt x="18168" y="11089"/>
                    </a:lnTo>
                    <a:lnTo>
                      <a:pt x="17758" y="9595"/>
                    </a:lnTo>
                    <a:lnTo>
                      <a:pt x="17310" y="8245"/>
                    </a:lnTo>
                    <a:lnTo>
                      <a:pt x="16862" y="6798"/>
                    </a:lnTo>
                    <a:lnTo>
                      <a:pt x="17459" y="7907"/>
                    </a:lnTo>
                    <a:lnTo>
                      <a:pt x="17981" y="9161"/>
                    </a:lnTo>
                    <a:lnTo>
                      <a:pt x="18131" y="9836"/>
                    </a:lnTo>
                    <a:lnTo>
                      <a:pt x="18392" y="11330"/>
                    </a:lnTo>
                    <a:lnTo>
                      <a:pt x="18951" y="12439"/>
                    </a:lnTo>
                    <a:lnTo>
                      <a:pt x="20145" y="13355"/>
                    </a:lnTo>
                    <a:lnTo>
                      <a:pt x="19175" y="13018"/>
                    </a:lnTo>
                    <a:lnTo>
                      <a:pt x="18727" y="12680"/>
                    </a:lnTo>
                    <a:lnTo>
                      <a:pt x="18578" y="14127"/>
                    </a:lnTo>
                    <a:lnTo>
                      <a:pt x="19809" y="14368"/>
                    </a:lnTo>
                    <a:lnTo>
                      <a:pt x="20444" y="14802"/>
                    </a:lnTo>
                    <a:lnTo>
                      <a:pt x="21376" y="14223"/>
                    </a:lnTo>
                    <a:lnTo>
                      <a:pt x="21600" y="12584"/>
                    </a:lnTo>
                    <a:lnTo>
                      <a:pt x="21451" y="11764"/>
                    </a:lnTo>
                    <a:lnTo>
                      <a:pt x="21376" y="10993"/>
                    </a:lnTo>
                    <a:lnTo>
                      <a:pt x="21227" y="9498"/>
                    </a:lnTo>
                    <a:lnTo>
                      <a:pt x="20779" y="7570"/>
                    </a:lnTo>
                    <a:lnTo>
                      <a:pt x="20481" y="7329"/>
                    </a:lnTo>
                    <a:lnTo>
                      <a:pt x="20033" y="6268"/>
                    </a:lnTo>
                    <a:lnTo>
                      <a:pt x="19585" y="5448"/>
                    </a:lnTo>
                    <a:lnTo>
                      <a:pt x="19101" y="4291"/>
                    </a:lnTo>
                    <a:lnTo>
                      <a:pt x="18839" y="3423"/>
                    </a:lnTo>
                    <a:lnTo>
                      <a:pt x="17907" y="2604"/>
                    </a:lnTo>
                    <a:lnTo>
                      <a:pt x="16862" y="2121"/>
                    </a:lnTo>
                    <a:lnTo>
                      <a:pt x="15370" y="1687"/>
                    </a:lnTo>
                    <a:lnTo>
                      <a:pt x="14922" y="1157"/>
                    </a:lnTo>
                    <a:lnTo>
                      <a:pt x="14064" y="868"/>
                    </a:lnTo>
                    <a:lnTo>
                      <a:pt x="12460" y="771"/>
                    </a:lnTo>
                    <a:lnTo>
                      <a:pt x="10334" y="868"/>
                    </a:lnTo>
                    <a:lnTo>
                      <a:pt x="14064" y="241"/>
                    </a:lnTo>
                    <a:lnTo>
                      <a:pt x="13654" y="0"/>
                    </a:lnTo>
                    <a:lnTo>
                      <a:pt x="11901" y="96"/>
                    </a:lnTo>
                    <a:lnTo>
                      <a:pt x="10483" y="0"/>
                    </a:lnTo>
                    <a:lnTo>
                      <a:pt x="9588" y="241"/>
                    </a:lnTo>
                    <a:lnTo>
                      <a:pt x="9065" y="579"/>
                    </a:lnTo>
                    <a:lnTo>
                      <a:pt x="8394" y="1254"/>
                    </a:lnTo>
                    <a:lnTo>
                      <a:pt x="7275" y="2025"/>
                    </a:lnTo>
                  </a:path>
                </a:pathLst>
              </a:custGeom>
              <a:solidFill>
                <a:srgbClr val="CE31CC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4" name="Shape"/>
              <p:cNvSpPr/>
              <p:nvPr/>
            </p:nvSpPr>
            <p:spPr>
              <a:xfrm>
                <a:off x="461962" y="134937"/>
                <a:ext cx="80963" cy="309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29" y="0"/>
                    </a:moveTo>
                    <a:lnTo>
                      <a:pt x="16941" y="7422"/>
                    </a:lnTo>
                    <a:lnTo>
                      <a:pt x="12282" y="14289"/>
                    </a:lnTo>
                    <a:lnTo>
                      <a:pt x="0" y="21600"/>
                    </a:lnTo>
                    <a:lnTo>
                      <a:pt x="13976" y="15618"/>
                    </a:lnTo>
                    <a:lnTo>
                      <a:pt x="21176" y="10523"/>
                    </a:lnTo>
                    <a:lnTo>
                      <a:pt x="21600" y="6314"/>
                    </a:lnTo>
                    <a:lnTo>
                      <a:pt x="20329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5" name="Shape"/>
              <p:cNvSpPr/>
              <p:nvPr/>
            </p:nvSpPr>
            <p:spPr>
              <a:xfrm>
                <a:off x="311150" y="84137"/>
                <a:ext cx="107950" cy="357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059" y="5184"/>
                    </a:lnTo>
                    <a:lnTo>
                      <a:pt x="14294" y="12288"/>
                    </a:lnTo>
                    <a:lnTo>
                      <a:pt x="9529" y="16992"/>
                    </a:lnTo>
                    <a:lnTo>
                      <a:pt x="0" y="21600"/>
                    </a:lnTo>
                    <a:lnTo>
                      <a:pt x="13659" y="15744"/>
                    </a:lnTo>
                    <a:lnTo>
                      <a:pt x="18741" y="11136"/>
                    </a:lnTo>
                    <a:lnTo>
                      <a:pt x="19694" y="835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6" name="Shape"/>
              <p:cNvSpPr/>
              <p:nvPr/>
            </p:nvSpPr>
            <p:spPr>
              <a:xfrm>
                <a:off x="155575" y="407987"/>
                <a:ext cx="34925" cy="1365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636" y="8791"/>
                    </a:lnTo>
                    <a:lnTo>
                      <a:pt x="9818" y="18335"/>
                    </a:lnTo>
                    <a:lnTo>
                      <a:pt x="0" y="21600"/>
                    </a:lnTo>
                    <a:lnTo>
                      <a:pt x="9818" y="1306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7" name="Shape"/>
              <p:cNvSpPr/>
              <p:nvPr/>
            </p:nvSpPr>
            <p:spPr>
              <a:xfrm>
                <a:off x="111125" y="252412"/>
                <a:ext cx="28575" cy="247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3200" y="6646"/>
                    </a:lnTo>
                    <a:lnTo>
                      <a:pt x="6000" y="13569"/>
                    </a:lnTo>
                    <a:lnTo>
                      <a:pt x="6000" y="17031"/>
                    </a:lnTo>
                    <a:lnTo>
                      <a:pt x="8400" y="21600"/>
                    </a:lnTo>
                    <a:lnTo>
                      <a:pt x="0" y="16338"/>
                    </a:lnTo>
                    <a:lnTo>
                      <a:pt x="0" y="11354"/>
                    </a:lnTo>
                    <a:lnTo>
                      <a:pt x="8400" y="7615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8" name="Shape"/>
              <p:cNvSpPr/>
              <p:nvPr/>
            </p:nvSpPr>
            <p:spPr>
              <a:xfrm>
                <a:off x="266700" y="100012"/>
                <a:ext cx="19050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6438"/>
                    </a:lnTo>
                    <a:lnTo>
                      <a:pt x="0" y="12462"/>
                    </a:lnTo>
                    <a:lnTo>
                      <a:pt x="0" y="21600"/>
                    </a:lnTo>
                    <a:lnTo>
                      <a:pt x="10800" y="11423"/>
                    </a:lnTo>
                    <a:lnTo>
                      <a:pt x="18000" y="6646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19" name="Shape"/>
              <p:cNvSpPr/>
              <p:nvPr/>
            </p:nvSpPr>
            <p:spPr>
              <a:xfrm>
                <a:off x="296862" y="184150"/>
                <a:ext cx="39688" cy="184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1232" y="12848"/>
                    </a:lnTo>
                    <a:lnTo>
                      <a:pt x="18144" y="6331"/>
                    </a:lnTo>
                    <a:lnTo>
                      <a:pt x="21600" y="0"/>
                    </a:lnTo>
                    <a:lnTo>
                      <a:pt x="21600" y="10055"/>
                    </a:lnTo>
                    <a:lnTo>
                      <a:pt x="13824" y="16572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0" name="Shape"/>
              <p:cNvSpPr/>
              <p:nvPr/>
            </p:nvSpPr>
            <p:spPr>
              <a:xfrm>
                <a:off x="285750" y="385762"/>
                <a:ext cx="107950" cy="158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6200" y="5184"/>
                    </a:lnTo>
                    <a:lnTo>
                      <a:pt x="9529" y="9936"/>
                    </a:lnTo>
                    <a:lnTo>
                      <a:pt x="3812" y="15768"/>
                    </a:lnTo>
                    <a:lnTo>
                      <a:pt x="0" y="21600"/>
                    </a:lnTo>
                    <a:lnTo>
                      <a:pt x="7941" y="14256"/>
                    </a:lnTo>
                    <a:lnTo>
                      <a:pt x="15565" y="799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1" name="Shape"/>
              <p:cNvSpPr/>
              <p:nvPr/>
            </p:nvSpPr>
            <p:spPr>
              <a:xfrm>
                <a:off x="519112" y="234950"/>
                <a:ext cx="139701" cy="390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891" y="16068"/>
                    </a:lnTo>
                    <a:lnTo>
                      <a:pt x="8836" y="11854"/>
                    </a:lnTo>
                    <a:lnTo>
                      <a:pt x="14973" y="8517"/>
                    </a:lnTo>
                    <a:lnTo>
                      <a:pt x="21600" y="2985"/>
                    </a:lnTo>
                    <a:lnTo>
                      <a:pt x="21600" y="0"/>
                    </a:lnTo>
                    <a:lnTo>
                      <a:pt x="13255" y="7463"/>
                    </a:lnTo>
                    <a:lnTo>
                      <a:pt x="6382" y="12205"/>
                    </a:lnTo>
                    <a:lnTo>
                      <a:pt x="5645" y="15805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2" name="Shape"/>
              <p:cNvSpPr/>
              <p:nvPr/>
            </p:nvSpPr>
            <p:spPr>
              <a:xfrm>
                <a:off x="766762" y="157162"/>
                <a:ext cx="20638" cy="1635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646" y="0"/>
                    </a:moveTo>
                    <a:lnTo>
                      <a:pt x="9969" y="10695"/>
                    </a:lnTo>
                    <a:lnTo>
                      <a:pt x="19938" y="17406"/>
                    </a:lnTo>
                    <a:lnTo>
                      <a:pt x="21600" y="21600"/>
                    </a:lnTo>
                    <a:lnTo>
                      <a:pt x="6646" y="14680"/>
                    </a:lnTo>
                    <a:lnTo>
                      <a:pt x="0" y="8808"/>
                    </a:lnTo>
                    <a:lnTo>
                      <a:pt x="6646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3" name="Shape"/>
              <p:cNvSpPr/>
              <p:nvPr/>
            </p:nvSpPr>
            <p:spPr>
              <a:xfrm>
                <a:off x="801687" y="147637"/>
                <a:ext cx="53976" cy="2063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447" y="8474"/>
                    </a:lnTo>
                    <a:lnTo>
                      <a:pt x="11435" y="14455"/>
                    </a:lnTo>
                    <a:lnTo>
                      <a:pt x="21600" y="21600"/>
                    </a:lnTo>
                    <a:lnTo>
                      <a:pt x="11435" y="1046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4" name="Shape"/>
              <p:cNvSpPr/>
              <p:nvPr/>
            </p:nvSpPr>
            <p:spPr>
              <a:xfrm>
                <a:off x="808037" y="377825"/>
                <a:ext cx="50801" cy="26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3500" y="21600"/>
                    </a:lnTo>
                    <a:lnTo>
                      <a:pt x="21600" y="17788"/>
                    </a:lnTo>
                    <a:lnTo>
                      <a:pt x="14175" y="76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25" name="Shape"/>
              <p:cNvSpPr/>
              <p:nvPr/>
            </p:nvSpPr>
            <p:spPr>
              <a:xfrm>
                <a:off x="604837" y="58737"/>
                <a:ext cx="25401" cy="177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12150" y="9064"/>
                    </a:lnTo>
                    <a:lnTo>
                      <a:pt x="9450" y="15429"/>
                    </a:lnTo>
                    <a:lnTo>
                      <a:pt x="0" y="21600"/>
                    </a:lnTo>
                    <a:lnTo>
                      <a:pt x="18900" y="12150"/>
                    </a:lnTo>
                    <a:lnTo>
                      <a:pt x="21600" y="6750"/>
                    </a:lnTo>
                    <a:lnTo>
                      <a:pt x="108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  <p:pic>
        <p:nvPicPr>
          <p:cNvPr id="328" name="image.pdf" descr="image.pdf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7229475" y="2085975"/>
            <a:ext cx="285750" cy="8191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72" name="Group"/>
          <p:cNvGrpSpPr/>
          <p:nvPr/>
        </p:nvGrpSpPr>
        <p:grpSpPr>
          <a:xfrm>
            <a:off x="4591050" y="3181350"/>
            <a:ext cx="1257300" cy="931863"/>
            <a:chOff x="0" y="0"/>
            <a:chExt cx="1257300" cy="931862"/>
          </a:xfrm>
        </p:grpSpPr>
        <p:grpSp>
          <p:nvGrpSpPr>
            <p:cNvPr id="349" name="Group"/>
            <p:cNvGrpSpPr/>
            <p:nvPr/>
          </p:nvGrpSpPr>
          <p:grpSpPr>
            <a:xfrm>
              <a:off x="0" y="0"/>
              <a:ext cx="1257300" cy="931863"/>
              <a:chOff x="0" y="0"/>
              <a:chExt cx="1257300" cy="931862"/>
            </a:xfrm>
          </p:grpSpPr>
          <p:grpSp>
            <p:nvGrpSpPr>
              <p:cNvPr id="346" name="Group"/>
              <p:cNvGrpSpPr/>
              <p:nvPr/>
            </p:nvGrpSpPr>
            <p:grpSpPr>
              <a:xfrm>
                <a:off x="0" y="0"/>
                <a:ext cx="1136650" cy="931863"/>
                <a:chOff x="0" y="0"/>
                <a:chExt cx="1136650" cy="931862"/>
              </a:xfrm>
            </p:grpSpPr>
            <p:sp>
              <p:nvSpPr>
                <p:cNvPr id="329" name="Shape"/>
                <p:cNvSpPr/>
                <p:nvPr/>
              </p:nvSpPr>
              <p:spPr>
                <a:xfrm>
                  <a:off x="728662" y="123825"/>
                  <a:ext cx="50801" cy="1111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25" y="2160"/>
                      </a:moveTo>
                      <a:lnTo>
                        <a:pt x="8775" y="0"/>
                      </a:lnTo>
                      <a:lnTo>
                        <a:pt x="12150" y="617"/>
                      </a:lnTo>
                      <a:lnTo>
                        <a:pt x="16200" y="3086"/>
                      </a:lnTo>
                      <a:lnTo>
                        <a:pt x="19575" y="7097"/>
                      </a:lnTo>
                      <a:lnTo>
                        <a:pt x="21600" y="11726"/>
                      </a:lnTo>
                      <a:lnTo>
                        <a:pt x="20250" y="16354"/>
                      </a:lnTo>
                      <a:lnTo>
                        <a:pt x="17550" y="20057"/>
                      </a:lnTo>
                      <a:lnTo>
                        <a:pt x="10125" y="21600"/>
                      </a:lnTo>
                      <a:lnTo>
                        <a:pt x="0" y="16663"/>
                      </a:lnTo>
                      <a:lnTo>
                        <a:pt x="2025" y="216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30" name="Shape"/>
                <p:cNvSpPr/>
                <p:nvPr/>
              </p:nvSpPr>
              <p:spPr>
                <a:xfrm>
                  <a:off x="361950" y="254000"/>
                  <a:ext cx="65088" cy="952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7376" y="0"/>
                      </a:moveTo>
                      <a:lnTo>
                        <a:pt x="1580" y="0"/>
                      </a:lnTo>
                      <a:lnTo>
                        <a:pt x="527" y="1800"/>
                      </a:lnTo>
                      <a:lnTo>
                        <a:pt x="0" y="5400"/>
                      </a:lnTo>
                      <a:lnTo>
                        <a:pt x="1054" y="10440"/>
                      </a:lnTo>
                      <a:lnTo>
                        <a:pt x="4215" y="15120"/>
                      </a:lnTo>
                      <a:lnTo>
                        <a:pt x="7902" y="19440"/>
                      </a:lnTo>
                      <a:lnTo>
                        <a:pt x="13698" y="21600"/>
                      </a:lnTo>
                      <a:lnTo>
                        <a:pt x="19493" y="21240"/>
                      </a:lnTo>
                      <a:lnTo>
                        <a:pt x="21600" y="13320"/>
                      </a:lnTo>
                      <a:lnTo>
                        <a:pt x="7376" y="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335" name="Group"/>
                <p:cNvGrpSpPr/>
                <p:nvPr/>
              </p:nvGrpSpPr>
              <p:grpSpPr>
                <a:xfrm>
                  <a:off x="0" y="241300"/>
                  <a:ext cx="1136650" cy="690563"/>
                  <a:chOff x="0" y="0"/>
                  <a:chExt cx="1136650" cy="690562"/>
                </a:xfrm>
              </p:grpSpPr>
              <p:sp>
                <p:nvSpPr>
                  <p:cNvPr id="331" name="Shape"/>
                  <p:cNvSpPr/>
                  <p:nvPr/>
                </p:nvSpPr>
                <p:spPr>
                  <a:xfrm>
                    <a:off x="0" y="22225"/>
                    <a:ext cx="1136650" cy="60642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5973" y="21091"/>
                        </a:moveTo>
                        <a:lnTo>
                          <a:pt x="5853" y="20582"/>
                        </a:lnTo>
                        <a:lnTo>
                          <a:pt x="5732" y="19621"/>
                        </a:lnTo>
                        <a:lnTo>
                          <a:pt x="5672" y="18490"/>
                        </a:lnTo>
                        <a:lnTo>
                          <a:pt x="5279" y="19225"/>
                        </a:lnTo>
                        <a:lnTo>
                          <a:pt x="4917" y="19791"/>
                        </a:lnTo>
                        <a:lnTo>
                          <a:pt x="4133" y="20752"/>
                        </a:lnTo>
                        <a:lnTo>
                          <a:pt x="3409" y="21317"/>
                        </a:lnTo>
                        <a:lnTo>
                          <a:pt x="2926" y="21600"/>
                        </a:lnTo>
                        <a:lnTo>
                          <a:pt x="2504" y="21600"/>
                        </a:lnTo>
                        <a:lnTo>
                          <a:pt x="2021" y="21148"/>
                        </a:lnTo>
                        <a:lnTo>
                          <a:pt x="1448" y="20356"/>
                        </a:lnTo>
                        <a:lnTo>
                          <a:pt x="1086" y="19621"/>
                        </a:lnTo>
                        <a:lnTo>
                          <a:pt x="875" y="18942"/>
                        </a:lnTo>
                        <a:lnTo>
                          <a:pt x="664" y="18207"/>
                        </a:lnTo>
                        <a:lnTo>
                          <a:pt x="513" y="17642"/>
                        </a:lnTo>
                        <a:lnTo>
                          <a:pt x="332" y="16907"/>
                        </a:lnTo>
                        <a:lnTo>
                          <a:pt x="181" y="15946"/>
                        </a:lnTo>
                        <a:lnTo>
                          <a:pt x="91" y="15041"/>
                        </a:lnTo>
                        <a:lnTo>
                          <a:pt x="30" y="14136"/>
                        </a:lnTo>
                        <a:lnTo>
                          <a:pt x="30" y="13231"/>
                        </a:lnTo>
                        <a:lnTo>
                          <a:pt x="0" y="12383"/>
                        </a:lnTo>
                        <a:lnTo>
                          <a:pt x="30" y="11479"/>
                        </a:lnTo>
                        <a:lnTo>
                          <a:pt x="91" y="10404"/>
                        </a:lnTo>
                        <a:lnTo>
                          <a:pt x="272" y="9613"/>
                        </a:lnTo>
                        <a:lnTo>
                          <a:pt x="392" y="8877"/>
                        </a:lnTo>
                        <a:lnTo>
                          <a:pt x="664" y="9160"/>
                        </a:lnTo>
                        <a:lnTo>
                          <a:pt x="905" y="9443"/>
                        </a:lnTo>
                        <a:lnTo>
                          <a:pt x="1358" y="9839"/>
                        </a:lnTo>
                        <a:lnTo>
                          <a:pt x="1720" y="9895"/>
                        </a:lnTo>
                        <a:lnTo>
                          <a:pt x="2112" y="9839"/>
                        </a:lnTo>
                        <a:lnTo>
                          <a:pt x="2715" y="9217"/>
                        </a:lnTo>
                        <a:lnTo>
                          <a:pt x="3349" y="8312"/>
                        </a:lnTo>
                        <a:lnTo>
                          <a:pt x="3560" y="9443"/>
                        </a:lnTo>
                        <a:lnTo>
                          <a:pt x="4223" y="11931"/>
                        </a:lnTo>
                        <a:lnTo>
                          <a:pt x="4374" y="13288"/>
                        </a:lnTo>
                        <a:lnTo>
                          <a:pt x="4736" y="10970"/>
                        </a:lnTo>
                        <a:lnTo>
                          <a:pt x="5098" y="9330"/>
                        </a:lnTo>
                        <a:lnTo>
                          <a:pt x="5551" y="8029"/>
                        </a:lnTo>
                        <a:lnTo>
                          <a:pt x="6124" y="6503"/>
                        </a:lnTo>
                        <a:lnTo>
                          <a:pt x="6667" y="5315"/>
                        </a:lnTo>
                        <a:lnTo>
                          <a:pt x="7844" y="3675"/>
                        </a:lnTo>
                        <a:lnTo>
                          <a:pt x="9292" y="2318"/>
                        </a:lnTo>
                        <a:lnTo>
                          <a:pt x="11072" y="1244"/>
                        </a:lnTo>
                        <a:lnTo>
                          <a:pt x="14209" y="0"/>
                        </a:lnTo>
                        <a:lnTo>
                          <a:pt x="16381" y="0"/>
                        </a:lnTo>
                        <a:lnTo>
                          <a:pt x="17799" y="735"/>
                        </a:lnTo>
                        <a:lnTo>
                          <a:pt x="18945" y="1923"/>
                        </a:lnTo>
                        <a:lnTo>
                          <a:pt x="19971" y="3223"/>
                        </a:lnTo>
                        <a:lnTo>
                          <a:pt x="20604" y="4750"/>
                        </a:lnTo>
                        <a:lnTo>
                          <a:pt x="21238" y="8369"/>
                        </a:lnTo>
                        <a:lnTo>
                          <a:pt x="21600" y="11365"/>
                        </a:lnTo>
                        <a:lnTo>
                          <a:pt x="5973" y="21091"/>
                        </a:lnTo>
                      </a:path>
                    </a:pathLst>
                  </a:custGeom>
                  <a:solidFill>
                    <a:srgbClr val="CCCDFF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grpSp>
                <p:nvGrpSpPr>
                  <p:cNvPr id="334" name="Group"/>
                  <p:cNvGrpSpPr/>
                  <p:nvPr/>
                </p:nvGrpSpPr>
                <p:grpSpPr>
                  <a:xfrm>
                    <a:off x="412750" y="0"/>
                    <a:ext cx="414338" cy="690563"/>
                    <a:chOff x="0" y="0"/>
                    <a:chExt cx="414337" cy="690562"/>
                  </a:xfrm>
                </p:grpSpPr>
                <p:sp>
                  <p:nvSpPr>
                    <p:cNvPr id="332" name="Shape"/>
                    <p:cNvSpPr/>
                    <p:nvPr/>
                  </p:nvSpPr>
                  <p:spPr>
                    <a:xfrm>
                      <a:off x="0" y="0"/>
                      <a:ext cx="374650" cy="328613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0" y="9287"/>
                          </a:moveTo>
                          <a:lnTo>
                            <a:pt x="92" y="12522"/>
                          </a:lnTo>
                          <a:lnTo>
                            <a:pt x="1739" y="15443"/>
                          </a:lnTo>
                          <a:lnTo>
                            <a:pt x="2654" y="17322"/>
                          </a:lnTo>
                          <a:lnTo>
                            <a:pt x="2929" y="18157"/>
                          </a:lnTo>
                          <a:lnTo>
                            <a:pt x="3753" y="19096"/>
                          </a:lnTo>
                          <a:lnTo>
                            <a:pt x="4393" y="19826"/>
                          </a:lnTo>
                          <a:lnTo>
                            <a:pt x="5766" y="20765"/>
                          </a:lnTo>
                          <a:lnTo>
                            <a:pt x="6681" y="21183"/>
                          </a:lnTo>
                          <a:lnTo>
                            <a:pt x="8054" y="21600"/>
                          </a:lnTo>
                          <a:lnTo>
                            <a:pt x="11441" y="15026"/>
                          </a:lnTo>
                          <a:lnTo>
                            <a:pt x="17756" y="17948"/>
                          </a:lnTo>
                          <a:lnTo>
                            <a:pt x="18580" y="16591"/>
                          </a:lnTo>
                          <a:lnTo>
                            <a:pt x="19403" y="15235"/>
                          </a:lnTo>
                          <a:lnTo>
                            <a:pt x="19861" y="13565"/>
                          </a:lnTo>
                          <a:lnTo>
                            <a:pt x="20685" y="11478"/>
                          </a:lnTo>
                          <a:lnTo>
                            <a:pt x="21600" y="7930"/>
                          </a:lnTo>
                          <a:lnTo>
                            <a:pt x="21600" y="3026"/>
                          </a:lnTo>
                          <a:lnTo>
                            <a:pt x="21600" y="626"/>
                          </a:lnTo>
                          <a:lnTo>
                            <a:pt x="17390" y="0"/>
                          </a:lnTo>
                          <a:lnTo>
                            <a:pt x="13180" y="522"/>
                          </a:lnTo>
                          <a:lnTo>
                            <a:pt x="6864" y="3339"/>
                          </a:lnTo>
                          <a:lnTo>
                            <a:pt x="2654" y="5948"/>
                          </a:lnTo>
                          <a:lnTo>
                            <a:pt x="0" y="9287"/>
                          </a:lnTo>
                        </a:path>
                      </a:pathLst>
                    </a:custGeom>
                    <a:solidFill>
                      <a:srgbClr val="FFFFFF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  <p:sp>
                  <p:nvSpPr>
                    <p:cNvPr id="333" name="Shape"/>
                    <p:cNvSpPr/>
                    <p:nvPr/>
                  </p:nvSpPr>
                  <p:spPr>
                    <a:xfrm>
                      <a:off x="155575" y="230187"/>
                      <a:ext cx="258763" cy="460376"/>
                    </a:xfrm>
                    <a:custGeom>
                      <a:avLst/>
                      <a:gdLst/>
                      <a:ahLst/>
                      <a:cxnLst>
                        <a:cxn ang="0">
                          <a:pos x="wd2" y="hd2"/>
                        </a:cxn>
                        <a:cxn ang="5400000">
                          <a:pos x="wd2" y="hd2"/>
                        </a:cxn>
                        <a:cxn ang="10800000">
                          <a:pos x="wd2" y="hd2"/>
                        </a:cxn>
                        <a:cxn ang="16200000">
                          <a:pos x="wd2" y="hd2"/>
                        </a:cxn>
                      </a:cxnLst>
                      <a:rect l="0" t="0" r="r" b="b"/>
                      <a:pathLst>
                        <a:path w="21600" h="21600" extrusionOk="0">
                          <a:moveTo>
                            <a:pt x="3578" y="0"/>
                          </a:moveTo>
                          <a:lnTo>
                            <a:pt x="0" y="3352"/>
                          </a:lnTo>
                          <a:lnTo>
                            <a:pt x="2915" y="4916"/>
                          </a:lnTo>
                          <a:lnTo>
                            <a:pt x="795" y="8193"/>
                          </a:lnTo>
                          <a:lnTo>
                            <a:pt x="663" y="12290"/>
                          </a:lnTo>
                          <a:lnTo>
                            <a:pt x="1060" y="14897"/>
                          </a:lnTo>
                          <a:lnTo>
                            <a:pt x="3048" y="16982"/>
                          </a:lnTo>
                          <a:lnTo>
                            <a:pt x="6228" y="19514"/>
                          </a:lnTo>
                          <a:lnTo>
                            <a:pt x="15902" y="21600"/>
                          </a:lnTo>
                          <a:lnTo>
                            <a:pt x="21600" y="15865"/>
                          </a:lnTo>
                          <a:lnTo>
                            <a:pt x="21335" y="11694"/>
                          </a:lnTo>
                          <a:lnTo>
                            <a:pt x="18155" y="8193"/>
                          </a:lnTo>
                          <a:lnTo>
                            <a:pt x="14444" y="5512"/>
                          </a:lnTo>
                          <a:lnTo>
                            <a:pt x="9939" y="3501"/>
                          </a:lnTo>
                          <a:lnTo>
                            <a:pt x="11661" y="1788"/>
                          </a:lnTo>
                          <a:lnTo>
                            <a:pt x="3578" y="0"/>
                          </a:lnTo>
                        </a:path>
                      </a:pathLst>
                    </a:custGeom>
                    <a:solidFill>
                      <a:srgbClr val="B229B0"/>
                    </a:solidFill>
                    <a:ln w="12700" cap="rnd">
                      <a:solidFill>
                        <a:srgbClr val="000000"/>
                      </a:solidFill>
                      <a:prstDash val="solid"/>
                      <a:round/>
                    </a:ln>
                    <a:effectLst/>
                  </p:spPr>
                  <p:txBody>
                    <a:bodyPr wrap="square" lIns="50800" tIns="50800" rIns="50800" bIns="50800" numCol="1" anchor="ctr">
                      <a:noAutofit/>
                    </a:bodyPr>
                    <a:lstStyle/>
                    <a:p>
                      <a:pPr marL="40639" marR="40639" defTabSz="914400">
                        <a:defRPr sz="2400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endParaRPr/>
                    </a:p>
                  </p:txBody>
                </p:sp>
              </p:grpSp>
            </p:grpSp>
            <p:sp>
              <p:nvSpPr>
                <p:cNvPr id="336" name="Shape"/>
                <p:cNvSpPr/>
                <p:nvPr/>
              </p:nvSpPr>
              <p:spPr>
                <a:xfrm>
                  <a:off x="660400" y="165100"/>
                  <a:ext cx="304800" cy="2889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962" y="1780"/>
                      </a:moveTo>
                      <a:lnTo>
                        <a:pt x="6525" y="831"/>
                      </a:lnTo>
                      <a:lnTo>
                        <a:pt x="7538" y="237"/>
                      </a:lnTo>
                      <a:lnTo>
                        <a:pt x="8212" y="0"/>
                      </a:lnTo>
                      <a:lnTo>
                        <a:pt x="8662" y="237"/>
                      </a:lnTo>
                      <a:lnTo>
                        <a:pt x="9225" y="949"/>
                      </a:lnTo>
                      <a:lnTo>
                        <a:pt x="9675" y="2374"/>
                      </a:lnTo>
                      <a:lnTo>
                        <a:pt x="10012" y="3916"/>
                      </a:lnTo>
                      <a:lnTo>
                        <a:pt x="10125" y="4866"/>
                      </a:lnTo>
                      <a:lnTo>
                        <a:pt x="11138" y="7002"/>
                      </a:lnTo>
                      <a:lnTo>
                        <a:pt x="12038" y="8308"/>
                      </a:lnTo>
                      <a:lnTo>
                        <a:pt x="12488" y="8782"/>
                      </a:lnTo>
                      <a:lnTo>
                        <a:pt x="13388" y="9495"/>
                      </a:lnTo>
                      <a:lnTo>
                        <a:pt x="15525" y="12343"/>
                      </a:lnTo>
                      <a:lnTo>
                        <a:pt x="16762" y="12818"/>
                      </a:lnTo>
                      <a:lnTo>
                        <a:pt x="18675" y="13530"/>
                      </a:lnTo>
                      <a:lnTo>
                        <a:pt x="21600" y="14598"/>
                      </a:lnTo>
                      <a:lnTo>
                        <a:pt x="14288" y="21007"/>
                      </a:lnTo>
                      <a:lnTo>
                        <a:pt x="8100" y="18396"/>
                      </a:lnTo>
                      <a:lnTo>
                        <a:pt x="6300" y="19701"/>
                      </a:lnTo>
                      <a:lnTo>
                        <a:pt x="3375" y="21125"/>
                      </a:lnTo>
                      <a:lnTo>
                        <a:pt x="1462" y="21600"/>
                      </a:lnTo>
                      <a:lnTo>
                        <a:pt x="112" y="21363"/>
                      </a:lnTo>
                      <a:lnTo>
                        <a:pt x="0" y="20651"/>
                      </a:lnTo>
                      <a:lnTo>
                        <a:pt x="338" y="19464"/>
                      </a:lnTo>
                      <a:lnTo>
                        <a:pt x="1912" y="18514"/>
                      </a:lnTo>
                      <a:lnTo>
                        <a:pt x="4275" y="17090"/>
                      </a:lnTo>
                      <a:lnTo>
                        <a:pt x="5962" y="16022"/>
                      </a:lnTo>
                      <a:lnTo>
                        <a:pt x="6638" y="14954"/>
                      </a:lnTo>
                      <a:lnTo>
                        <a:pt x="7425" y="13767"/>
                      </a:lnTo>
                      <a:lnTo>
                        <a:pt x="8100" y="12818"/>
                      </a:lnTo>
                      <a:lnTo>
                        <a:pt x="8438" y="11749"/>
                      </a:lnTo>
                      <a:lnTo>
                        <a:pt x="8100" y="10088"/>
                      </a:lnTo>
                      <a:lnTo>
                        <a:pt x="7312" y="8308"/>
                      </a:lnTo>
                      <a:lnTo>
                        <a:pt x="6300" y="6409"/>
                      </a:lnTo>
                      <a:lnTo>
                        <a:pt x="5962" y="3442"/>
                      </a:lnTo>
                      <a:lnTo>
                        <a:pt x="5962" y="178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37" name="Shape"/>
                <p:cNvSpPr/>
                <p:nvPr/>
              </p:nvSpPr>
              <p:spPr>
                <a:xfrm>
                  <a:off x="379412" y="31750"/>
                  <a:ext cx="404813" cy="4556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219" y="2785"/>
                      </a:moveTo>
                      <a:lnTo>
                        <a:pt x="2033" y="3838"/>
                      </a:lnTo>
                      <a:lnTo>
                        <a:pt x="1186" y="4741"/>
                      </a:lnTo>
                      <a:lnTo>
                        <a:pt x="678" y="5720"/>
                      </a:lnTo>
                      <a:lnTo>
                        <a:pt x="85" y="6774"/>
                      </a:lnTo>
                      <a:lnTo>
                        <a:pt x="85" y="8053"/>
                      </a:lnTo>
                      <a:lnTo>
                        <a:pt x="0" y="9107"/>
                      </a:lnTo>
                      <a:lnTo>
                        <a:pt x="339" y="10160"/>
                      </a:lnTo>
                      <a:lnTo>
                        <a:pt x="1186" y="11515"/>
                      </a:lnTo>
                      <a:lnTo>
                        <a:pt x="1694" y="12870"/>
                      </a:lnTo>
                      <a:lnTo>
                        <a:pt x="1609" y="14525"/>
                      </a:lnTo>
                      <a:lnTo>
                        <a:pt x="1440" y="16031"/>
                      </a:lnTo>
                      <a:lnTo>
                        <a:pt x="1440" y="17385"/>
                      </a:lnTo>
                      <a:lnTo>
                        <a:pt x="1779" y="18439"/>
                      </a:lnTo>
                      <a:lnTo>
                        <a:pt x="2202" y="19493"/>
                      </a:lnTo>
                      <a:lnTo>
                        <a:pt x="2795" y="20095"/>
                      </a:lnTo>
                      <a:lnTo>
                        <a:pt x="3558" y="20772"/>
                      </a:lnTo>
                      <a:lnTo>
                        <a:pt x="4574" y="21224"/>
                      </a:lnTo>
                      <a:lnTo>
                        <a:pt x="5591" y="21449"/>
                      </a:lnTo>
                      <a:lnTo>
                        <a:pt x="7708" y="21600"/>
                      </a:lnTo>
                      <a:lnTo>
                        <a:pt x="9911" y="21374"/>
                      </a:lnTo>
                      <a:lnTo>
                        <a:pt x="12028" y="20923"/>
                      </a:lnTo>
                      <a:lnTo>
                        <a:pt x="13976" y="20245"/>
                      </a:lnTo>
                      <a:lnTo>
                        <a:pt x="15755" y="19493"/>
                      </a:lnTo>
                      <a:lnTo>
                        <a:pt x="17365" y="18364"/>
                      </a:lnTo>
                      <a:lnTo>
                        <a:pt x="18805" y="17385"/>
                      </a:lnTo>
                      <a:lnTo>
                        <a:pt x="19821" y="16256"/>
                      </a:lnTo>
                      <a:lnTo>
                        <a:pt x="21007" y="14525"/>
                      </a:lnTo>
                      <a:lnTo>
                        <a:pt x="21515" y="13698"/>
                      </a:lnTo>
                      <a:lnTo>
                        <a:pt x="21600" y="12644"/>
                      </a:lnTo>
                      <a:lnTo>
                        <a:pt x="21600" y="11666"/>
                      </a:lnTo>
                      <a:lnTo>
                        <a:pt x="21346" y="10838"/>
                      </a:lnTo>
                      <a:lnTo>
                        <a:pt x="20753" y="9859"/>
                      </a:lnTo>
                      <a:lnTo>
                        <a:pt x="20160" y="9031"/>
                      </a:lnTo>
                      <a:lnTo>
                        <a:pt x="19228" y="7225"/>
                      </a:lnTo>
                      <a:lnTo>
                        <a:pt x="19144" y="6322"/>
                      </a:lnTo>
                      <a:lnTo>
                        <a:pt x="19313" y="5118"/>
                      </a:lnTo>
                      <a:lnTo>
                        <a:pt x="18974" y="3161"/>
                      </a:lnTo>
                      <a:lnTo>
                        <a:pt x="18212" y="1580"/>
                      </a:lnTo>
                      <a:lnTo>
                        <a:pt x="17365" y="602"/>
                      </a:lnTo>
                      <a:lnTo>
                        <a:pt x="16264" y="151"/>
                      </a:lnTo>
                      <a:lnTo>
                        <a:pt x="13638" y="0"/>
                      </a:lnTo>
                      <a:lnTo>
                        <a:pt x="10758" y="376"/>
                      </a:lnTo>
                      <a:lnTo>
                        <a:pt x="6268" y="1505"/>
                      </a:lnTo>
                      <a:lnTo>
                        <a:pt x="3219" y="2785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grpSp>
              <p:nvGrpSpPr>
                <p:cNvPr id="341" name="Group"/>
                <p:cNvGrpSpPr/>
                <p:nvPr/>
              </p:nvGrpSpPr>
              <p:grpSpPr>
                <a:xfrm>
                  <a:off x="517525" y="219075"/>
                  <a:ext cx="187325" cy="174625"/>
                  <a:chOff x="0" y="0"/>
                  <a:chExt cx="187325" cy="174625"/>
                </a:xfrm>
              </p:grpSpPr>
              <p:sp>
                <p:nvSpPr>
                  <p:cNvPr id="338" name="Line"/>
                  <p:cNvSpPr/>
                  <p:nvPr/>
                </p:nvSpPr>
                <p:spPr>
                  <a:xfrm>
                    <a:off x="0" y="115887"/>
                    <a:ext cx="187325" cy="587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600"/>
                        </a:moveTo>
                        <a:lnTo>
                          <a:pt x="1831" y="18681"/>
                        </a:lnTo>
                        <a:lnTo>
                          <a:pt x="4759" y="15762"/>
                        </a:lnTo>
                        <a:lnTo>
                          <a:pt x="7505" y="12843"/>
                        </a:lnTo>
                        <a:lnTo>
                          <a:pt x="10800" y="11092"/>
                        </a:lnTo>
                        <a:lnTo>
                          <a:pt x="14644" y="7005"/>
                        </a:lnTo>
                        <a:lnTo>
                          <a:pt x="18122" y="2919"/>
                        </a:lnTo>
                        <a:lnTo>
                          <a:pt x="21600" y="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339" name="Line"/>
                  <p:cNvSpPr/>
                  <p:nvPr/>
                </p:nvSpPr>
                <p:spPr>
                  <a:xfrm>
                    <a:off x="69850" y="155575"/>
                    <a:ext cx="41275" cy="15875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600"/>
                        </a:moveTo>
                        <a:lnTo>
                          <a:pt x="14954" y="0"/>
                        </a:lnTo>
                        <a:lnTo>
                          <a:pt x="21600" y="216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340" name="Line"/>
                  <p:cNvSpPr/>
                  <p:nvPr/>
                </p:nvSpPr>
                <p:spPr>
                  <a:xfrm>
                    <a:off x="39687" y="0"/>
                    <a:ext cx="84138" cy="12223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8558" y="0"/>
                        </a:moveTo>
                        <a:lnTo>
                          <a:pt x="8966" y="3366"/>
                        </a:lnTo>
                        <a:lnTo>
                          <a:pt x="11411" y="6171"/>
                        </a:lnTo>
                        <a:lnTo>
                          <a:pt x="13449" y="7855"/>
                        </a:lnTo>
                        <a:lnTo>
                          <a:pt x="17525" y="10660"/>
                        </a:lnTo>
                        <a:lnTo>
                          <a:pt x="19562" y="12062"/>
                        </a:lnTo>
                        <a:lnTo>
                          <a:pt x="21600" y="14306"/>
                        </a:lnTo>
                        <a:lnTo>
                          <a:pt x="21192" y="16270"/>
                        </a:lnTo>
                        <a:lnTo>
                          <a:pt x="19155" y="17392"/>
                        </a:lnTo>
                        <a:lnTo>
                          <a:pt x="16302" y="18514"/>
                        </a:lnTo>
                        <a:lnTo>
                          <a:pt x="11819" y="18234"/>
                        </a:lnTo>
                        <a:lnTo>
                          <a:pt x="6928" y="19356"/>
                        </a:lnTo>
                        <a:lnTo>
                          <a:pt x="0" y="21600"/>
                        </a:lnTo>
                      </a:path>
                    </a:pathLst>
                  </a:custGeom>
                  <a:noFill/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  <p:grpSp>
              <p:nvGrpSpPr>
                <p:cNvPr id="344" name="Group"/>
                <p:cNvGrpSpPr/>
                <p:nvPr/>
              </p:nvGrpSpPr>
              <p:grpSpPr>
                <a:xfrm>
                  <a:off x="449262" y="131762"/>
                  <a:ext cx="247651" cy="82551"/>
                  <a:chOff x="0" y="0"/>
                  <a:chExt cx="247650" cy="82550"/>
                </a:xfrm>
              </p:grpSpPr>
              <p:sp>
                <p:nvSpPr>
                  <p:cNvPr id="342" name="Shape"/>
                  <p:cNvSpPr/>
                  <p:nvPr/>
                </p:nvSpPr>
                <p:spPr>
                  <a:xfrm>
                    <a:off x="0" y="42862"/>
                    <a:ext cx="95250" cy="39688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0" y="21600"/>
                        </a:moveTo>
                        <a:lnTo>
                          <a:pt x="2520" y="15552"/>
                        </a:lnTo>
                        <a:lnTo>
                          <a:pt x="5400" y="11232"/>
                        </a:lnTo>
                        <a:lnTo>
                          <a:pt x="8280" y="6912"/>
                        </a:lnTo>
                        <a:lnTo>
                          <a:pt x="11160" y="4320"/>
                        </a:lnTo>
                        <a:lnTo>
                          <a:pt x="12600" y="1728"/>
                        </a:lnTo>
                        <a:lnTo>
                          <a:pt x="16560" y="864"/>
                        </a:lnTo>
                        <a:lnTo>
                          <a:pt x="21600" y="0"/>
                        </a:lnTo>
                        <a:lnTo>
                          <a:pt x="21600" y="2592"/>
                        </a:lnTo>
                        <a:lnTo>
                          <a:pt x="19800" y="4320"/>
                        </a:lnTo>
                        <a:lnTo>
                          <a:pt x="17280" y="3456"/>
                        </a:lnTo>
                        <a:lnTo>
                          <a:pt x="13320" y="6912"/>
                        </a:lnTo>
                        <a:lnTo>
                          <a:pt x="11160" y="8640"/>
                        </a:lnTo>
                        <a:lnTo>
                          <a:pt x="8640" y="11232"/>
                        </a:lnTo>
                        <a:lnTo>
                          <a:pt x="5760" y="15552"/>
                        </a:lnTo>
                        <a:lnTo>
                          <a:pt x="3240" y="18144"/>
                        </a:lnTo>
                        <a:lnTo>
                          <a:pt x="0" y="21600"/>
                        </a:lnTo>
                      </a:path>
                    </a:pathLst>
                  </a:custGeom>
                  <a:solidFill>
                    <a:srgbClr val="945200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  <p:sp>
                <p:nvSpPr>
                  <p:cNvPr id="343" name="Shape"/>
                  <p:cNvSpPr/>
                  <p:nvPr/>
                </p:nvSpPr>
                <p:spPr>
                  <a:xfrm>
                    <a:off x="147637" y="0"/>
                    <a:ext cx="100013" cy="30163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21600" y="1137"/>
                        </a:moveTo>
                        <a:lnTo>
                          <a:pt x="18171" y="0"/>
                        </a:lnTo>
                        <a:lnTo>
                          <a:pt x="14743" y="1137"/>
                        </a:lnTo>
                        <a:lnTo>
                          <a:pt x="11657" y="2274"/>
                        </a:lnTo>
                        <a:lnTo>
                          <a:pt x="9257" y="4547"/>
                        </a:lnTo>
                        <a:lnTo>
                          <a:pt x="7200" y="4547"/>
                        </a:lnTo>
                        <a:lnTo>
                          <a:pt x="3771" y="11368"/>
                        </a:lnTo>
                        <a:lnTo>
                          <a:pt x="0" y="19326"/>
                        </a:lnTo>
                        <a:lnTo>
                          <a:pt x="343" y="21600"/>
                        </a:lnTo>
                        <a:lnTo>
                          <a:pt x="2057" y="20463"/>
                        </a:lnTo>
                        <a:lnTo>
                          <a:pt x="4114" y="15916"/>
                        </a:lnTo>
                        <a:lnTo>
                          <a:pt x="7886" y="11368"/>
                        </a:lnTo>
                        <a:lnTo>
                          <a:pt x="10286" y="7958"/>
                        </a:lnTo>
                        <a:lnTo>
                          <a:pt x="12343" y="6821"/>
                        </a:lnTo>
                        <a:lnTo>
                          <a:pt x="15429" y="6821"/>
                        </a:lnTo>
                        <a:lnTo>
                          <a:pt x="18171" y="4547"/>
                        </a:lnTo>
                        <a:lnTo>
                          <a:pt x="21600" y="1137"/>
                        </a:lnTo>
                      </a:path>
                    </a:pathLst>
                  </a:custGeom>
                  <a:solidFill>
                    <a:srgbClr val="945200"/>
                  </a:solidFill>
                  <a:ln w="12700" cap="rnd">
                    <a:solidFill>
                      <a:srgbClr val="000000"/>
                    </a:solidFill>
                    <a:prstDash val="solid"/>
                    <a:round/>
                  </a:ln>
                  <a:effectLst/>
                </p:spPr>
                <p:txBody>
                  <a:bodyPr wrap="square" lIns="50800" tIns="50800" rIns="50800" bIns="50800" numCol="1" anchor="ctr">
                    <a:noAutofit/>
                  </a:bodyPr>
                  <a:lstStyle/>
                  <a:p>
                    <a:pPr marL="40639" marR="40639" defTabSz="914400">
                      <a:defRPr sz="2400">
                        <a:solidFill>
                          <a:srgbClr val="FFFFFF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endParaRPr/>
                  </a:p>
                </p:txBody>
              </p:sp>
            </p:grpSp>
            <p:sp>
              <p:nvSpPr>
                <p:cNvPr id="345" name="Shape"/>
                <p:cNvSpPr/>
                <p:nvPr/>
              </p:nvSpPr>
              <p:spPr>
                <a:xfrm>
                  <a:off x="357187" y="0"/>
                  <a:ext cx="396876" cy="26987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01" y="21600"/>
                      </a:moveTo>
                      <a:lnTo>
                        <a:pt x="2851" y="21346"/>
                      </a:lnTo>
                      <a:lnTo>
                        <a:pt x="2246" y="19186"/>
                      </a:lnTo>
                      <a:lnTo>
                        <a:pt x="3110" y="16645"/>
                      </a:lnTo>
                      <a:lnTo>
                        <a:pt x="2851" y="14231"/>
                      </a:lnTo>
                      <a:lnTo>
                        <a:pt x="4061" y="12071"/>
                      </a:lnTo>
                      <a:lnTo>
                        <a:pt x="3629" y="10165"/>
                      </a:lnTo>
                      <a:lnTo>
                        <a:pt x="4925" y="9402"/>
                      </a:lnTo>
                      <a:lnTo>
                        <a:pt x="5962" y="7751"/>
                      </a:lnTo>
                      <a:lnTo>
                        <a:pt x="8122" y="8005"/>
                      </a:lnTo>
                      <a:lnTo>
                        <a:pt x="8467" y="7115"/>
                      </a:lnTo>
                      <a:lnTo>
                        <a:pt x="10627" y="6861"/>
                      </a:lnTo>
                      <a:lnTo>
                        <a:pt x="9850" y="5845"/>
                      </a:lnTo>
                      <a:lnTo>
                        <a:pt x="12787" y="6226"/>
                      </a:lnTo>
                      <a:lnTo>
                        <a:pt x="12874" y="4955"/>
                      </a:lnTo>
                      <a:lnTo>
                        <a:pt x="15379" y="5464"/>
                      </a:lnTo>
                      <a:lnTo>
                        <a:pt x="16589" y="4574"/>
                      </a:lnTo>
                      <a:lnTo>
                        <a:pt x="17539" y="6099"/>
                      </a:lnTo>
                      <a:lnTo>
                        <a:pt x="18403" y="5464"/>
                      </a:lnTo>
                      <a:lnTo>
                        <a:pt x="19181" y="6226"/>
                      </a:lnTo>
                      <a:lnTo>
                        <a:pt x="19094" y="8640"/>
                      </a:lnTo>
                      <a:lnTo>
                        <a:pt x="19613" y="10292"/>
                      </a:lnTo>
                      <a:lnTo>
                        <a:pt x="20477" y="12325"/>
                      </a:lnTo>
                      <a:lnTo>
                        <a:pt x="21082" y="12071"/>
                      </a:lnTo>
                      <a:lnTo>
                        <a:pt x="21427" y="10165"/>
                      </a:lnTo>
                      <a:lnTo>
                        <a:pt x="21600" y="8513"/>
                      </a:lnTo>
                      <a:lnTo>
                        <a:pt x="21514" y="6353"/>
                      </a:lnTo>
                      <a:lnTo>
                        <a:pt x="20563" y="3304"/>
                      </a:lnTo>
                      <a:lnTo>
                        <a:pt x="19094" y="1779"/>
                      </a:lnTo>
                      <a:lnTo>
                        <a:pt x="17971" y="889"/>
                      </a:lnTo>
                      <a:lnTo>
                        <a:pt x="16416" y="127"/>
                      </a:lnTo>
                      <a:lnTo>
                        <a:pt x="14256" y="0"/>
                      </a:lnTo>
                      <a:lnTo>
                        <a:pt x="12096" y="381"/>
                      </a:lnTo>
                      <a:lnTo>
                        <a:pt x="8986" y="1398"/>
                      </a:lnTo>
                      <a:lnTo>
                        <a:pt x="6394" y="3176"/>
                      </a:lnTo>
                      <a:lnTo>
                        <a:pt x="4493" y="4193"/>
                      </a:lnTo>
                      <a:lnTo>
                        <a:pt x="3197" y="5591"/>
                      </a:lnTo>
                      <a:lnTo>
                        <a:pt x="1728" y="7624"/>
                      </a:lnTo>
                      <a:lnTo>
                        <a:pt x="605" y="10419"/>
                      </a:lnTo>
                      <a:lnTo>
                        <a:pt x="173" y="12198"/>
                      </a:lnTo>
                      <a:lnTo>
                        <a:pt x="0" y="15120"/>
                      </a:lnTo>
                      <a:lnTo>
                        <a:pt x="605" y="18296"/>
                      </a:lnTo>
                      <a:lnTo>
                        <a:pt x="950" y="20202"/>
                      </a:lnTo>
                      <a:lnTo>
                        <a:pt x="1901" y="21600"/>
                      </a:lnTo>
                    </a:path>
                  </a:pathLst>
                </a:custGeom>
                <a:solidFill>
                  <a:srgbClr val="945200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sp>
            <p:nvSpPr>
              <p:cNvPr id="347" name="Shape"/>
              <p:cNvSpPr/>
              <p:nvPr/>
            </p:nvSpPr>
            <p:spPr>
              <a:xfrm>
                <a:off x="784225" y="333375"/>
                <a:ext cx="473075" cy="3016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32" y="6139"/>
                    </a:moveTo>
                    <a:lnTo>
                      <a:pt x="4059" y="3752"/>
                    </a:lnTo>
                    <a:lnTo>
                      <a:pt x="5219" y="1819"/>
                    </a:lnTo>
                    <a:lnTo>
                      <a:pt x="6089" y="0"/>
                    </a:lnTo>
                    <a:lnTo>
                      <a:pt x="9133" y="1478"/>
                    </a:lnTo>
                    <a:lnTo>
                      <a:pt x="12685" y="3183"/>
                    </a:lnTo>
                    <a:lnTo>
                      <a:pt x="15729" y="4888"/>
                    </a:lnTo>
                    <a:lnTo>
                      <a:pt x="16889" y="5684"/>
                    </a:lnTo>
                    <a:lnTo>
                      <a:pt x="17686" y="6480"/>
                    </a:lnTo>
                    <a:lnTo>
                      <a:pt x="18701" y="7162"/>
                    </a:lnTo>
                    <a:lnTo>
                      <a:pt x="19643" y="8185"/>
                    </a:lnTo>
                    <a:lnTo>
                      <a:pt x="20295" y="9208"/>
                    </a:lnTo>
                    <a:lnTo>
                      <a:pt x="20875" y="10345"/>
                    </a:lnTo>
                    <a:lnTo>
                      <a:pt x="21528" y="12505"/>
                    </a:lnTo>
                    <a:lnTo>
                      <a:pt x="21600" y="13869"/>
                    </a:lnTo>
                    <a:lnTo>
                      <a:pt x="21383" y="15234"/>
                    </a:lnTo>
                    <a:lnTo>
                      <a:pt x="20368" y="16939"/>
                    </a:lnTo>
                    <a:lnTo>
                      <a:pt x="19353" y="18303"/>
                    </a:lnTo>
                    <a:lnTo>
                      <a:pt x="17831" y="19440"/>
                    </a:lnTo>
                    <a:lnTo>
                      <a:pt x="16744" y="20463"/>
                    </a:lnTo>
                    <a:lnTo>
                      <a:pt x="15511" y="20918"/>
                    </a:lnTo>
                    <a:lnTo>
                      <a:pt x="14569" y="21259"/>
                    </a:lnTo>
                    <a:lnTo>
                      <a:pt x="13554" y="21486"/>
                    </a:lnTo>
                    <a:lnTo>
                      <a:pt x="12540" y="21600"/>
                    </a:lnTo>
                    <a:lnTo>
                      <a:pt x="11380" y="21373"/>
                    </a:lnTo>
                    <a:lnTo>
                      <a:pt x="10583" y="20804"/>
                    </a:lnTo>
                    <a:lnTo>
                      <a:pt x="9568" y="20008"/>
                    </a:lnTo>
                    <a:lnTo>
                      <a:pt x="8915" y="19326"/>
                    </a:lnTo>
                    <a:lnTo>
                      <a:pt x="7248" y="16939"/>
                    </a:lnTo>
                    <a:lnTo>
                      <a:pt x="5074" y="13756"/>
                    </a:lnTo>
                    <a:lnTo>
                      <a:pt x="3552" y="11482"/>
                    </a:lnTo>
                    <a:lnTo>
                      <a:pt x="1232" y="8867"/>
                    </a:lnTo>
                    <a:lnTo>
                      <a:pt x="0" y="7162"/>
                    </a:lnTo>
                    <a:lnTo>
                      <a:pt x="1232" y="6139"/>
                    </a:lnTo>
                  </a:path>
                </a:pathLst>
              </a:custGeom>
              <a:solidFill>
                <a:srgbClr val="CCCD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48" name="Shape"/>
              <p:cNvSpPr/>
              <p:nvPr/>
            </p:nvSpPr>
            <p:spPr>
              <a:xfrm>
                <a:off x="779462" y="322262"/>
                <a:ext cx="255588" cy="1905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420"/>
                    </a:moveTo>
                    <a:lnTo>
                      <a:pt x="1476" y="11700"/>
                    </a:lnTo>
                    <a:lnTo>
                      <a:pt x="3354" y="10440"/>
                    </a:lnTo>
                    <a:lnTo>
                      <a:pt x="5366" y="9000"/>
                    </a:lnTo>
                    <a:lnTo>
                      <a:pt x="6574" y="7920"/>
                    </a:lnTo>
                    <a:lnTo>
                      <a:pt x="9123" y="5760"/>
                    </a:lnTo>
                    <a:lnTo>
                      <a:pt x="11135" y="2340"/>
                    </a:lnTo>
                    <a:lnTo>
                      <a:pt x="12075" y="0"/>
                    </a:lnTo>
                    <a:lnTo>
                      <a:pt x="21466" y="4500"/>
                    </a:lnTo>
                    <a:lnTo>
                      <a:pt x="21600" y="5760"/>
                    </a:lnTo>
                    <a:lnTo>
                      <a:pt x="21332" y="7380"/>
                    </a:lnTo>
                    <a:lnTo>
                      <a:pt x="20258" y="9360"/>
                    </a:lnTo>
                    <a:lnTo>
                      <a:pt x="19453" y="11160"/>
                    </a:lnTo>
                    <a:lnTo>
                      <a:pt x="18112" y="12600"/>
                    </a:lnTo>
                    <a:lnTo>
                      <a:pt x="16234" y="14580"/>
                    </a:lnTo>
                    <a:lnTo>
                      <a:pt x="14221" y="16740"/>
                    </a:lnTo>
                    <a:lnTo>
                      <a:pt x="11404" y="18720"/>
                    </a:lnTo>
                    <a:lnTo>
                      <a:pt x="8989" y="20340"/>
                    </a:lnTo>
                    <a:lnTo>
                      <a:pt x="7513" y="21600"/>
                    </a:lnTo>
                    <a:lnTo>
                      <a:pt x="0" y="12420"/>
                    </a:lnTo>
                  </a:path>
                </a:pathLst>
              </a:custGeom>
              <a:solidFill>
                <a:srgbClr val="FFFF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58" name="Group"/>
            <p:cNvGrpSpPr/>
            <p:nvPr/>
          </p:nvGrpSpPr>
          <p:grpSpPr>
            <a:xfrm>
              <a:off x="3175" y="271462"/>
              <a:ext cx="236538" cy="311151"/>
              <a:chOff x="0" y="0"/>
              <a:chExt cx="236537" cy="311150"/>
            </a:xfrm>
          </p:grpSpPr>
          <p:sp>
            <p:nvSpPr>
              <p:cNvPr id="350" name="Shape"/>
              <p:cNvSpPr/>
              <p:nvPr/>
            </p:nvSpPr>
            <p:spPr>
              <a:xfrm>
                <a:off x="19050" y="184150"/>
                <a:ext cx="23813" cy="3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232"/>
                    </a:moveTo>
                    <a:lnTo>
                      <a:pt x="2880" y="5684"/>
                    </a:lnTo>
                    <a:lnTo>
                      <a:pt x="14400" y="0"/>
                    </a:lnTo>
                    <a:lnTo>
                      <a:pt x="21600" y="21600"/>
                    </a:lnTo>
                    <a:lnTo>
                      <a:pt x="17280" y="20463"/>
                    </a:lnTo>
                    <a:lnTo>
                      <a:pt x="11520" y="18189"/>
                    </a:lnTo>
                    <a:lnTo>
                      <a:pt x="4320" y="14779"/>
                    </a:lnTo>
                    <a:lnTo>
                      <a:pt x="0" y="10232"/>
                    </a:lnTo>
                  </a:path>
                </a:pathLst>
              </a:custGeom>
              <a:solidFill>
                <a:srgbClr val="E6E6E6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grpSp>
            <p:nvGrpSpPr>
              <p:cNvPr id="353" name="Group"/>
              <p:cNvGrpSpPr/>
              <p:nvPr/>
            </p:nvGrpSpPr>
            <p:grpSpPr>
              <a:xfrm>
                <a:off x="0" y="96837"/>
                <a:ext cx="215900" cy="214313"/>
                <a:chOff x="0" y="0"/>
                <a:chExt cx="215900" cy="214312"/>
              </a:xfrm>
            </p:grpSpPr>
            <p:sp>
              <p:nvSpPr>
                <p:cNvPr id="351" name="Shape"/>
                <p:cNvSpPr/>
                <p:nvPr/>
              </p:nvSpPr>
              <p:spPr>
                <a:xfrm>
                  <a:off x="0" y="90487"/>
                  <a:ext cx="215900" cy="1238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06" y="2215"/>
                      </a:moveTo>
                      <a:lnTo>
                        <a:pt x="3018" y="3600"/>
                      </a:lnTo>
                      <a:lnTo>
                        <a:pt x="3653" y="4154"/>
                      </a:lnTo>
                      <a:lnTo>
                        <a:pt x="4765" y="5538"/>
                      </a:lnTo>
                      <a:lnTo>
                        <a:pt x="5559" y="6369"/>
                      </a:lnTo>
                      <a:lnTo>
                        <a:pt x="6353" y="7200"/>
                      </a:lnTo>
                      <a:lnTo>
                        <a:pt x="7782" y="7200"/>
                      </a:lnTo>
                      <a:lnTo>
                        <a:pt x="9688" y="7477"/>
                      </a:lnTo>
                      <a:lnTo>
                        <a:pt x="11435" y="6646"/>
                      </a:lnTo>
                      <a:lnTo>
                        <a:pt x="13024" y="5262"/>
                      </a:lnTo>
                      <a:lnTo>
                        <a:pt x="14929" y="3323"/>
                      </a:lnTo>
                      <a:lnTo>
                        <a:pt x="17153" y="0"/>
                      </a:lnTo>
                      <a:lnTo>
                        <a:pt x="17788" y="1385"/>
                      </a:lnTo>
                      <a:lnTo>
                        <a:pt x="20488" y="9692"/>
                      </a:lnTo>
                      <a:lnTo>
                        <a:pt x="21600" y="14123"/>
                      </a:lnTo>
                      <a:lnTo>
                        <a:pt x="18900" y="17169"/>
                      </a:lnTo>
                      <a:lnTo>
                        <a:pt x="15247" y="19385"/>
                      </a:lnTo>
                      <a:lnTo>
                        <a:pt x="13182" y="21046"/>
                      </a:lnTo>
                      <a:lnTo>
                        <a:pt x="9212" y="21600"/>
                      </a:lnTo>
                      <a:lnTo>
                        <a:pt x="6353" y="21600"/>
                      </a:lnTo>
                      <a:lnTo>
                        <a:pt x="3812" y="19938"/>
                      </a:lnTo>
                      <a:lnTo>
                        <a:pt x="1588" y="18831"/>
                      </a:lnTo>
                      <a:lnTo>
                        <a:pt x="0" y="16892"/>
                      </a:lnTo>
                      <a:lnTo>
                        <a:pt x="0" y="13569"/>
                      </a:lnTo>
                      <a:lnTo>
                        <a:pt x="476" y="9415"/>
                      </a:lnTo>
                      <a:lnTo>
                        <a:pt x="953" y="6646"/>
                      </a:lnTo>
                      <a:lnTo>
                        <a:pt x="1906" y="2215"/>
                      </a:lnTo>
                    </a:path>
                  </a:pathLst>
                </a:custGeom>
                <a:solidFill>
                  <a:srgbClr val="FFFFFF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52" name="Shape"/>
                <p:cNvSpPr/>
                <p:nvPr/>
              </p:nvSpPr>
              <p:spPr>
                <a:xfrm>
                  <a:off x="17462" y="0"/>
                  <a:ext cx="146051" cy="13493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78" y="0"/>
                      </a:moveTo>
                      <a:lnTo>
                        <a:pt x="704" y="4828"/>
                      </a:lnTo>
                      <a:lnTo>
                        <a:pt x="0" y="7878"/>
                      </a:lnTo>
                      <a:lnTo>
                        <a:pt x="470" y="9911"/>
                      </a:lnTo>
                      <a:lnTo>
                        <a:pt x="235" y="12706"/>
                      </a:lnTo>
                      <a:lnTo>
                        <a:pt x="704" y="14993"/>
                      </a:lnTo>
                      <a:lnTo>
                        <a:pt x="1878" y="16264"/>
                      </a:lnTo>
                      <a:lnTo>
                        <a:pt x="2817" y="17788"/>
                      </a:lnTo>
                      <a:lnTo>
                        <a:pt x="3757" y="19313"/>
                      </a:lnTo>
                      <a:lnTo>
                        <a:pt x="5870" y="20838"/>
                      </a:lnTo>
                      <a:lnTo>
                        <a:pt x="9157" y="21600"/>
                      </a:lnTo>
                      <a:lnTo>
                        <a:pt x="11270" y="21600"/>
                      </a:lnTo>
                      <a:lnTo>
                        <a:pt x="13383" y="21092"/>
                      </a:lnTo>
                      <a:lnTo>
                        <a:pt x="16435" y="19313"/>
                      </a:lnTo>
                      <a:lnTo>
                        <a:pt x="17609" y="18296"/>
                      </a:lnTo>
                      <a:lnTo>
                        <a:pt x="19722" y="16518"/>
                      </a:lnTo>
                      <a:lnTo>
                        <a:pt x="20661" y="14739"/>
                      </a:lnTo>
                      <a:lnTo>
                        <a:pt x="21600" y="12198"/>
                      </a:lnTo>
                      <a:lnTo>
                        <a:pt x="17843" y="3812"/>
                      </a:lnTo>
                      <a:lnTo>
                        <a:pt x="1878" y="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357" name="Group"/>
              <p:cNvGrpSpPr/>
              <p:nvPr/>
            </p:nvGrpSpPr>
            <p:grpSpPr>
              <a:xfrm>
                <a:off x="33337" y="0"/>
                <a:ext cx="203201" cy="212725"/>
                <a:chOff x="0" y="0"/>
                <a:chExt cx="203200" cy="212725"/>
              </a:xfrm>
            </p:grpSpPr>
            <p:sp>
              <p:nvSpPr>
                <p:cNvPr id="354" name="Shape"/>
                <p:cNvSpPr/>
                <p:nvPr/>
              </p:nvSpPr>
              <p:spPr>
                <a:xfrm>
                  <a:off x="138112" y="7937"/>
                  <a:ext cx="65088" cy="698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80" y="1964"/>
                      </a:moveTo>
                      <a:lnTo>
                        <a:pt x="13171" y="0"/>
                      </a:lnTo>
                      <a:lnTo>
                        <a:pt x="20020" y="1964"/>
                      </a:lnTo>
                      <a:lnTo>
                        <a:pt x="21600" y="4418"/>
                      </a:lnTo>
                      <a:lnTo>
                        <a:pt x="20546" y="7855"/>
                      </a:lnTo>
                      <a:lnTo>
                        <a:pt x="18966" y="9818"/>
                      </a:lnTo>
                      <a:lnTo>
                        <a:pt x="14224" y="14236"/>
                      </a:lnTo>
                      <a:lnTo>
                        <a:pt x="11590" y="16691"/>
                      </a:lnTo>
                      <a:lnTo>
                        <a:pt x="8956" y="18164"/>
                      </a:lnTo>
                      <a:lnTo>
                        <a:pt x="1580" y="21600"/>
                      </a:lnTo>
                      <a:lnTo>
                        <a:pt x="0" y="18164"/>
                      </a:lnTo>
                      <a:lnTo>
                        <a:pt x="1580" y="1964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55" name="Shape"/>
                <p:cNvSpPr/>
                <p:nvPr/>
              </p:nvSpPr>
              <p:spPr>
                <a:xfrm>
                  <a:off x="0" y="17462"/>
                  <a:ext cx="187325" cy="1952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559" y="176"/>
                      </a:moveTo>
                      <a:lnTo>
                        <a:pt x="14095" y="0"/>
                      </a:lnTo>
                      <a:lnTo>
                        <a:pt x="12631" y="351"/>
                      </a:lnTo>
                      <a:lnTo>
                        <a:pt x="8603" y="2107"/>
                      </a:lnTo>
                      <a:lnTo>
                        <a:pt x="4759" y="3863"/>
                      </a:lnTo>
                      <a:lnTo>
                        <a:pt x="3112" y="5093"/>
                      </a:lnTo>
                      <a:lnTo>
                        <a:pt x="1098" y="5971"/>
                      </a:lnTo>
                      <a:lnTo>
                        <a:pt x="183" y="7551"/>
                      </a:lnTo>
                      <a:lnTo>
                        <a:pt x="183" y="8956"/>
                      </a:lnTo>
                      <a:lnTo>
                        <a:pt x="915" y="9834"/>
                      </a:lnTo>
                      <a:lnTo>
                        <a:pt x="1098" y="10888"/>
                      </a:lnTo>
                      <a:lnTo>
                        <a:pt x="183" y="12644"/>
                      </a:lnTo>
                      <a:lnTo>
                        <a:pt x="0" y="13522"/>
                      </a:lnTo>
                      <a:lnTo>
                        <a:pt x="732" y="14751"/>
                      </a:lnTo>
                      <a:lnTo>
                        <a:pt x="1831" y="15102"/>
                      </a:lnTo>
                      <a:lnTo>
                        <a:pt x="2746" y="14927"/>
                      </a:lnTo>
                      <a:lnTo>
                        <a:pt x="2563" y="15980"/>
                      </a:lnTo>
                      <a:lnTo>
                        <a:pt x="2197" y="16507"/>
                      </a:lnTo>
                      <a:lnTo>
                        <a:pt x="2197" y="17034"/>
                      </a:lnTo>
                      <a:lnTo>
                        <a:pt x="2380" y="17737"/>
                      </a:lnTo>
                      <a:lnTo>
                        <a:pt x="2746" y="18439"/>
                      </a:lnTo>
                      <a:lnTo>
                        <a:pt x="3295" y="18790"/>
                      </a:lnTo>
                      <a:lnTo>
                        <a:pt x="4027" y="19141"/>
                      </a:lnTo>
                      <a:lnTo>
                        <a:pt x="4759" y="19317"/>
                      </a:lnTo>
                      <a:lnTo>
                        <a:pt x="5858" y="19141"/>
                      </a:lnTo>
                      <a:lnTo>
                        <a:pt x="6407" y="20020"/>
                      </a:lnTo>
                      <a:lnTo>
                        <a:pt x="6590" y="20371"/>
                      </a:lnTo>
                      <a:lnTo>
                        <a:pt x="7322" y="20898"/>
                      </a:lnTo>
                      <a:lnTo>
                        <a:pt x="7688" y="21249"/>
                      </a:lnTo>
                      <a:lnTo>
                        <a:pt x="8603" y="21424"/>
                      </a:lnTo>
                      <a:lnTo>
                        <a:pt x="9153" y="21600"/>
                      </a:lnTo>
                      <a:lnTo>
                        <a:pt x="10617" y="21249"/>
                      </a:lnTo>
                      <a:lnTo>
                        <a:pt x="11898" y="20722"/>
                      </a:lnTo>
                      <a:lnTo>
                        <a:pt x="13912" y="19317"/>
                      </a:lnTo>
                      <a:lnTo>
                        <a:pt x="16841" y="17385"/>
                      </a:lnTo>
                      <a:lnTo>
                        <a:pt x="19403" y="15629"/>
                      </a:lnTo>
                      <a:lnTo>
                        <a:pt x="20136" y="14400"/>
                      </a:lnTo>
                      <a:lnTo>
                        <a:pt x="21051" y="12995"/>
                      </a:lnTo>
                      <a:lnTo>
                        <a:pt x="21051" y="11590"/>
                      </a:lnTo>
                      <a:lnTo>
                        <a:pt x="21051" y="10888"/>
                      </a:lnTo>
                      <a:lnTo>
                        <a:pt x="20136" y="10537"/>
                      </a:lnTo>
                      <a:lnTo>
                        <a:pt x="18854" y="10361"/>
                      </a:lnTo>
                      <a:lnTo>
                        <a:pt x="20868" y="9307"/>
                      </a:lnTo>
                      <a:lnTo>
                        <a:pt x="21600" y="8429"/>
                      </a:lnTo>
                      <a:lnTo>
                        <a:pt x="21417" y="7200"/>
                      </a:lnTo>
                      <a:lnTo>
                        <a:pt x="20319" y="6146"/>
                      </a:lnTo>
                      <a:lnTo>
                        <a:pt x="18854" y="6146"/>
                      </a:lnTo>
                      <a:lnTo>
                        <a:pt x="17390" y="6498"/>
                      </a:lnTo>
                      <a:lnTo>
                        <a:pt x="19220" y="4917"/>
                      </a:lnTo>
                      <a:lnTo>
                        <a:pt x="19220" y="4039"/>
                      </a:lnTo>
                      <a:lnTo>
                        <a:pt x="19037" y="3337"/>
                      </a:lnTo>
                      <a:lnTo>
                        <a:pt x="18122" y="2985"/>
                      </a:lnTo>
                      <a:lnTo>
                        <a:pt x="17024" y="2459"/>
                      </a:lnTo>
                      <a:lnTo>
                        <a:pt x="17390" y="1932"/>
                      </a:lnTo>
                      <a:lnTo>
                        <a:pt x="16841" y="878"/>
                      </a:lnTo>
                      <a:lnTo>
                        <a:pt x="15559" y="176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56" name="Shape"/>
                <p:cNvSpPr/>
                <p:nvPr/>
              </p:nvSpPr>
              <p:spPr>
                <a:xfrm>
                  <a:off x="128587" y="0"/>
                  <a:ext cx="74613" cy="4762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923" y="720"/>
                      </a:moveTo>
                      <a:lnTo>
                        <a:pt x="15626" y="0"/>
                      </a:lnTo>
                      <a:lnTo>
                        <a:pt x="12868" y="720"/>
                      </a:lnTo>
                      <a:lnTo>
                        <a:pt x="9651" y="2880"/>
                      </a:lnTo>
                      <a:lnTo>
                        <a:pt x="7813" y="3600"/>
                      </a:lnTo>
                      <a:lnTo>
                        <a:pt x="5055" y="5760"/>
                      </a:lnTo>
                      <a:lnTo>
                        <a:pt x="3677" y="7920"/>
                      </a:lnTo>
                      <a:lnTo>
                        <a:pt x="1838" y="9360"/>
                      </a:lnTo>
                      <a:lnTo>
                        <a:pt x="919" y="10800"/>
                      </a:lnTo>
                      <a:lnTo>
                        <a:pt x="460" y="12960"/>
                      </a:lnTo>
                      <a:lnTo>
                        <a:pt x="0" y="15840"/>
                      </a:lnTo>
                      <a:lnTo>
                        <a:pt x="460" y="17280"/>
                      </a:lnTo>
                      <a:lnTo>
                        <a:pt x="460" y="19440"/>
                      </a:lnTo>
                      <a:lnTo>
                        <a:pt x="1838" y="20880"/>
                      </a:lnTo>
                      <a:lnTo>
                        <a:pt x="3677" y="20880"/>
                      </a:lnTo>
                      <a:lnTo>
                        <a:pt x="6434" y="21600"/>
                      </a:lnTo>
                      <a:lnTo>
                        <a:pt x="9191" y="20160"/>
                      </a:lnTo>
                      <a:lnTo>
                        <a:pt x="12409" y="20160"/>
                      </a:lnTo>
                      <a:lnTo>
                        <a:pt x="14247" y="18720"/>
                      </a:lnTo>
                      <a:lnTo>
                        <a:pt x="17004" y="16560"/>
                      </a:lnTo>
                      <a:lnTo>
                        <a:pt x="19762" y="15120"/>
                      </a:lnTo>
                      <a:lnTo>
                        <a:pt x="21140" y="10800"/>
                      </a:lnTo>
                      <a:lnTo>
                        <a:pt x="21600" y="8640"/>
                      </a:lnTo>
                      <a:lnTo>
                        <a:pt x="21140" y="5760"/>
                      </a:lnTo>
                      <a:lnTo>
                        <a:pt x="21140" y="4320"/>
                      </a:lnTo>
                      <a:lnTo>
                        <a:pt x="20681" y="2160"/>
                      </a:lnTo>
                      <a:lnTo>
                        <a:pt x="19762" y="720"/>
                      </a:lnTo>
                      <a:lnTo>
                        <a:pt x="17923" y="720"/>
                      </a:lnTo>
                    </a:path>
                  </a:pathLst>
                </a:custGeom>
                <a:solidFill>
                  <a:srgbClr val="FFE6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  <p:grpSp>
          <p:nvGrpSpPr>
            <p:cNvPr id="371" name="Group"/>
            <p:cNvGrpSpPr/>
            <p:nvPr/>
          </p:nvGrpSpPr>
          <p:grpSpPr>
            <a:xfrm>
              <a:off x="379412" y="119062"/>
              <a:ext cx="371476" cy="168276"/>
              <a:chOff x="0" y="0"/>
              <a:chExt cx="371475" cy="168275"/>
            </a:xfrm>
          </p:grpSpPr>
          <p:grpSp>
            <p:nvGrpSpPr>
              <p:cNvPr id="364" name="Group"/>
              <p:cNvGrpSpPr/>
              <p:nvPr/>
            </p:nvGrpSpPr>
            <p:grpSpPr>
              <a:xfrm>
                <a:off x="0" y="0"/>
                <a:ext cx="371475" cy="168275"/>
                <a:chOff x="0" y="0"/>
                <a:chExt cx="371475" cy="168275"/>
              </a:xfrm>
            </p:grpSpPr>
            <p:sp>
              <p:nvSpPr>
                <p:cNvPr id="359" name="Shape"/>
                <p:cNvSpPr/>
                <p:nvPr/>
              </p:nvSpPr>
              <p:spPr>
                <a:xfrm>
                  <a:off x="57150" y="66675"/>
                  <a:ext cx="139700" cy="10160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473" y="7425"/>
                      </a:moveTo>
                      <a:lnTo>
                        <a:pt x="5155" y="4725"/>
                      </a:lnTo>
                      <a:lnTo>
                        <a:pt x="9327" y="2700"/>
                      </a:lnTo>
                      <a:lnTo>
                        <a:pt x="15709" y="338"/>
                      </a:lnTo>
                      <a:lnTo>
                        <a:pt x="17918" y="0"/>
                      </a:lnTo>
                      <a:lnTo>
                        <a:pt x="20618" y="0"/>
                      </a:lnTo>
                      <a:lnTo>
                        <a:pt x="21109" y="2362"/>
                      </a:lnTo>
                      <a:lnTo>
                        <a:pt x="21600" y="5400"/>
                      </a:lnTo>
                      <a:lnTo>
                        <a:pt x="21355" y="8438"/>
                      </a:lnTo>
                      <a:lnTo>
                        <a:pt x="20864" y="10462"/>
                      </a:lnTo>
                      <a:lnTo>
                        <a:pt x="20864" y="12150"/>
                      </a:lnTo>
                      <a:lnTo>
                        <a:pt x="20127" y="13838"/>
                      </a:lnTo>
                      <a:lnTo>
                        <a:pt x="19145" y="15188"/>
                      </a:lnTo>
                      <a:lnTo>
                        <a:pt x="17427" y="17212"/>
                      </a:lnTo>
                      <a:lnTo>
                        <a:pt x="14973" y="18562"/>
                      </a:lnTo>
                      <a:lnTo>
                        <a:pt x="12027" y="20250"/>
                      </a:lnTo>
                      <a:lnTo>
                        <a:pt x="9818" y="21262"/>
                      </a:lnTo>
                      <a:lnTo>
                        <a:pt x="7855" y="21262"/>
                      </a:lnTo>
                      <a:lnTo>
                        <a:pt x="5891" y="21600"/>
                      </a:lnTo>
                      <a:lnTo>
                        <a:pt x="4173" y="20925"/>
                      </a:lnTo>
                      <a:lnTo>
                        <a:pt x="2700" y="19912"/>
                      </a:lnTo>
                      <a:lnTo>
                        <a:pt x="1227" y="16538"/>
                      </a:lnTo>
                      <a:lnTo>
                        <a:pt x="736" y="13162"/>
                      </a:lnTo>
                      <a:lnTo>
                        <a:pt x="0" y="10462"/>
                      </a:lnTo>
                      <a:lnTo>
                        <a:pt x="1473" y="7425"/>
                      </a:lnTo>
                    </a:path>
                  </a:pathLst>
                </a:custGeom>
                <a:solidFill>
                  <a:srgbClr val="CAFEFF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0" name="Shape"/>
                <p:cNvSpPr/>
                <p:nvPr/>
              </p:nvSpPr>
              <p:spPr>
                <a:xfrm>
                  <a:off x="207962" y="17462"/>
                  <a:ext cx="142876" cy="984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280" y="0"/>
                      </a:moveTo>
                      <a:lnTo>
                        <a:pt x="13440" y="1045"/>
                      </a:lnTo>
                      <a:lnTo>
                        <a:pt x="10080" y="2787"/>
                      </a:lnTo>
                      <a:lnTo>
                        <a:pt x="6720" y="3832"/>
                      </a:lnTo>
                      <a:lnTo>
                        <a:pt x="3600" y="5923"/>
                      </a:lnTo>
                      <a:lnTo>
                        <a:pt x="1680" y="7665"/>
                      </a:lnTo>
                      <a:lnTo>
                        <a:pt x="0" y="9406"/>
                      </a:lnTo>
                      <a:lnTo>
                        <a:pt x="1200" y="15329"/>
                      </a:lnTo>
                      <a:lnTo>
                        <a:pt x="2160" y="18116"/>
                      </a:lnTo>
                      <a:lnTo>
                        <a:pt x="3600" y="20206"/>
                      </a:lnTo>
                      <a:lnTo>
                        <a:pt x="5040" y="21252"/>
                      </a:lnTo>
                      <a:lnTo>
                        <a:pt x="6240" y="21600"/>
                      </a:lnTo>
                      <a:lnTo>
                        <a:pt x="8160" y="21600"/>
                      </a:lnTo>
                      <a:lnTo>
                        <a:pt x="9600" y="21600"/>
                      </a:lnTo>
                      <a:lnTo>
                        <a:pt x="11520" y="20903"/>
                      </a:lnTo>
                      <a:lnTo>
                        <a:pt x="13200" y="20206"/>
                      </a:lnTo>
                      <a:lnTo>
                        <a:pt x="16320" y="18465"/>
                      </a:lnTo>
                      <a:lnTo>
                        <a:pt x="18000" y="17071"/>
                      </a:lnTo>
                      <a:lnTo>
                        <a:pt x="19680" y="15677"/>
                      </a:lnTo>
                      <a:lnTo>
                        <a:pt x="20880" y="13239"/>
                      </a:lnTo>
                      <a:lnTo>
                        <a:pt x="21360" y="10103"/>
                      </a:lnTo>
                      <a:lnTo>
                        <a:pt x="21600" y="7665"/>
                      </a:lnTo>
                      <a:lnTo>
                        <a:pt x="20880" y="3832"/>
                      </a:lnTo>
                      <a:lnTo>
                        <a:pt x="20160" y="697"/>
                      </a:lnTo>
                      <a:lnTo>
                        <a:pt x="17280" y="0"/>
                      </a:lnTo>
                    </a:path>
                  </a:pathLst>
                </a:custGeom>
                <a:solidFill>
                  <a:srgbClr val="CAFEFF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1" name="Shape"/>
                <p:cNvSpPr/>
                <p:nvPr/>
              </p:nvSpPr>
              <p:spPr>
                <a:xfrm>
                  <a:off x="190500" y="63500"/>
                  <a:ext cx="20638" cy="1428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2000"/>
                      </a:moveTo>
                      <a:lnTo>
                        <a:pt x="1662" y="7200"/>
                      </a:lnTo>
                      <a:lnTo>
                        <a:pt x="6646" y="2400"/>
                      </a:lnTo>
                      <a:lnTo>
                        <a:pt x="11631" y="0"/>
                      </a:lnTo>
                      <a:lnTo>
                        <a:pt x="18277" y="2400"/>
                      </a:lnTo>
                      <a:lnTo>
                        <a:pt x="21600" y="14400"/>
                      </a:lnTo>
                      <a:lnTo>
                        <a:pt x="16615" y="14400"/>
                      </a:lnTo>
                      <a:lnTo>
                        <a:pt x="13292" y="14400"/>
                      </a:lnTo>
                      <a:lnTo>
                        <a:pt x="8308" y="19200"/>
                      </a:lnTo>
                      <a:lnTo>
                        <a:pt x="1662" y="21600"/>
                      </a:lnTo>
                      <a:lnTo>
                        <a:pt x="0" y="12000"/>
                      </a:lnTo>
                    </a:path>
                  </a:pathLst>
                </a:custGeom>
                <a:solidFill>
                  <a:srgbClr val="CBCB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2" name="Shape"/>
                <p:cNvSpPr/>
                <p:nvPr/>
              </p:nvSpPr>
              <p:spPr>
                <a:xfrm>
                  <a:off x="0" y="112712"/>
                  <a:ext cx="60325" cy="190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9895" y="0"/>
                      </a:moveTo>
                      <a:lnTo>
                        <a:pt x="21600" y="14400"/>
                      </a:lnTo>
                      <a:lnTo>
                        <a:pt x="2842" y="21600"/>
                      </a:lnTo>
                      <a:lnTo>
                        <a:pt x="0" y="14400"/>
                      </a:lnTo>
                      <a:lnTo>
                        <a:pt x="19895" y="0"/>
                      </a:lnTo>
                    </a:path>
                  </a:pathLst>
                </a:custGeom>
                <a:solidFill>
                  <a:srgbClr val="CBCB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3" name="Shape"/>
                <p:cNvSpPr/>
                <p:nvPr/>
              </p:nvSpPr>
              <p:spPr>
                <a:xfrm>
                  <a:off x="341312" y="0"/>
                  <a:ext cx="30163" cy="3016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5916"/>
                      </a:moveTo>
                      <a:lnTo>
                        <a:pt x="2274" y="21600"/>
                      </a:lnTo>
                      <a:lnTo>
                        <a:pt x="21600" y="6821"/>
                      </a:lnTo>
                      <a:lnTo>
                        <a:pt x="21600" y="0"/>
                      </a:lnTo>
                      <a:lnTo>
                        <a:pt x="0" y="15916"/>
                      </a:lnTo>
                    </a:path>
                  </a:pathLst>
                </a:custGeom>
                <a:solidFill>
                  <a:srgbClr val="CBCBCB"/>
                </a:solidFill>
                <a:ln w="12700" cap="rnd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367" name="Group"/>
              <p:cNvGrpSpPr/>
              <p:nvPr/>
            </p:nvGrpSpPr>
            <p:grpSpPr>
              <a:xfrm>
                <a:off x="103759" y="94728"/>
                <a:ext cx="56007" cy="39144"/>
                <a:chOff x="0" y="0"/>
                <a:chExt cx="56006" cy="39142"/>
              </a:xfrm>
            </p:grpSpPr>
            <p:sp>
              <p:nvSpPr>
                <p:cNvPr id="365" name="Oval"/>
                <p:cNvSpPr/>
                <p:nvPr/>
              </p:nvSpPr>
              <p:spPr>
                <a:xfrm rot="20580000">
                  <a:off x="2603" y="6871"/>
                  <a:ext cx="50801" cy="25401"/>
                </a:xfrm>
                <a:prstGeom prst="ellipse">
                  <a:avLst/>
                </a:prstGeom>
                <a:solidFill>
                  <a:srgbClr val="CAFE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6" name="Oval"/>
                <p:cNvSpPr/>
                <p:nvPr/>
              </p:nvSpPr>
              <p:spPr>
                <a:xfrm rot="20580000">
                  <a:off x="21653" y="10046"/>
                  <a:ext cx="19051" cy="9526"/>
                </a:xfrm>
                <a:prstGeom prst="ellipse">
                  <a:avLst/>
                </a:prstGeom>
                <a:solidFill>
                  <a:srgbClr val="73A4FE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  <p:grpSp>
            <p:nvGrpSpPr>
              <p:cNvPr id="370" name="Group"/>
              <p:cNvGrpSpPr/>
              <p:nvPr/>
            </p:nvGrpSpPr>
            <p:grpSpPr>
              <a:xfrm>
                <a:off x="254467" y="49387"/>
                <a:ext cx="51453" cy="37751"/>
                <a:chOff x="0" y="0"/>
                <a:chExt cx="51452" cy="37750"/>
              </a:xfrm>
            </p:grpSpPr>
            <p:sp>
              <p:nvSpPr>
                <p:cNvPr id="368" name="Oval"/>
                <p:cNvSpPr/>
                <p:nvPr/>
              </p:nvSpPr>
              <p:spPr>
                <a:xfrm rot="20580000">
                  <a:off x="2707" y="6175"/>
                  <a:ext cx="46038" cy="25401"/>
                </a:xfrm>
                <a:prstGeom prst="ellipse">
                  <a:avLst/>
                </a:prstGeom>
                <a:solidFill>
                  <a:srgbClr val="CAFEFF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369" name="Oval"/>
                <p:cNvSpPr/>
                <p:nvPr/>
              </p:nvSpPr>
              <p:spPr>
                <a:xfrm rot="20580000">
                  <a:off x="20169" y="9350"/>
                  <a:ext cx="19051" cy="11113"/>
                </a:xfrm>
                <a:prstGeom prst="ellipse">
                  <a:avLst/>
                </a:prstGeom>
                <a:solidFill>
                  <a:srgbClr val="73A4FE"/>
                </a:solidFill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FFFFFF"/>
                      </a:solidFill>
                      <a:uFill>
                        <a:solidFill>
                          <a:srgbClr val="FFFFFF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429" name="Group"/>
          <p:cNvGrpSpPr/>
          <p:nvPr/>
        </p:nvGrpSpPr>
        <p:grpSpPr>
          <a:xfrm>
            <a:off x="2266950" y="2647950"/>
            <a:ext cx="950913" cy="2541588"/>
            <a:chOff x="0" y="0"/>
            <a:chExt cx="950912" cy="2541587"/>
          </a:xfrm>
        </p:grpSpPr>
        <p:grpSp>
          <p:nvGrpSpPr>
            <p:cNvPr id="377" name="Group"/>
            <p:cNvGrpSpPr/>
            <p:nvPr/>
          </p:nvGrpSpPr>
          <p:grpSpPr>
            <a:xfrm>
              <a:off x="525462" y="2276475"/>
              <a:ext cx="168276" cy="220663"/>
              <a:chOff x="0" y="0"/>
              <a:chExt cx="168275" cy="220662"/>
            </a:xfrm>
          </p:grpSpPr>
          <p:sp>
            <p:nvSpPr>
              <p:cNvPr id="373" name="Shape"/>
              <p:cNvSpPr/>
              <p:nvPr/>
            </p:nvSpPr>
            <p:spPr>
              <a:xfrm>
                <a:off x="0" y="55562"/>
                <a:ext cx="168275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45" y="1038"/>
                    </a:moveTo>
                    <a:lnTo>
                      <a:pt x="1426" y="8308"/>
                    </a:lnTo>
                    <a:lnTo>
                      <a:pt x="0" y="12254"/>
                    </a:lnTo>
                    <a:lnTo>
                      <a:pt x="1426" y="16200"/>
                    </a:lnTo>
                    <a:lnTo>
                      <a:pt x="1426" y="18692"/>
                    </a:lnTo>
                    <a:lnTo>
                      <a:pt x="3260" y="20562"/>
                    </a:lnTo>
                    <a:lnTo>
                      <a:pt x="8151" y="21185"/>
                    </a:lnTo>
                    <a:lnTo>
                      <a:pt x="12023" y="21600"/>
                    </a:lnTo>
                    <a:lnTo>
                      <a:pt x="16302" y="20769"/>
                    </a:lnTo>
                    <a:lnTo>
                      <a:pt x="19562" y="18692"/>
                    </a:lnTo>
                    <a:lnTo>
                      <a:pt x="19970" y="16200"/>
                    </a:lnTo>
                    <a:lnTo>
                      <a:pt x="21600" y="12462"/>
                    </a:lnTo>
                    <a:lnTo>
                      <a:pt x="20174" y="8100"/>
                    </a:lnTo>
                    <a:lnTo>
                      <a:pt x="18747" y="0"/>
                    </a:lnTo>
                    <a:lnTo>
                      <a:pt x="2445" y="1038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74" name="Shape"/>
              <p:cNvSpPr/>
              <p:nvPr/>
            </p:nvSpPr>
            <p:spPr>
              <a:xfrm>
                <a:off x="44450" y="0"/>
                <a:ext cx="120650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4495" y="10200"/>
                    </a:lnTo>
                    <a:lnTo>
                      <a:pt x="6821" y="18000"/>
                    </a:lnTo>
                    <a:lnTo>
                      <a:pt x="0" y="18600"/>
                    </a:lnTo>
                    <a:lnTo>
                      <a:pt x="8526" y="21600"/>
                    </a:lnTo>
                    <a:lnTo>
                      <a:pt x="14495" y="18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75" name="Shape"/>
              <p:cNvSpPr/>
              <p:nvPr/>
            </p:nvSpPr>
            <p:spPr>
              <a:xfrm>
                <a:off x="20637" y="179387"/>
                <a:ext cx="122238" cy="254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281" y="0"/>
                    </a:lnTo>
                    <a:lnTo>
                      <a:pt x="6732" y="5400"/>
                    </a:lnTo>
                    <a:lnTo>
                      <a:pt x="13465" y="5400"/>
                    </a:lnTo>
                    <a:lnTo>
                      <a:pt x="21600" y="0"/>
                    </a:lnTo>
                    <a:lnTo>
                      <a:pt x="20758" y="8100"/>
                    </a:lnTo>
                    <a:lnTo>
                      <a:pt x="16831" y="17550"/>
                    </a:lnTo>
                    <a:lnTo>
                      <a:pt x="12062" y="21600"/>
                    </a:lnTo>
                    <a:lnTo>
                      <a:pt x="8135" y="20250"/>
                    </a:lnTo>
                    <a:lnTo>
                      <a:pt x="4208" y="17550"/>
                    </a:lnTo>
                    <a:lnTo>
                      <a:pt x="0" y="108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76" name="Shape"/>
              <p:cNvSpPr/>
              <p:nvPr/>
            </p:nvSpPr>
            <p:spPr>
              <a:xfrm>
                <a:off x="23812" y="111125"/>
                <a:ext cx="123826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912"/>
                    </a:moveTo>
                    <a:lnTo>
                      <a:pt x="7477" y="21600"/>
                    </a:lnTo>
                    <a:lnTo>
                      <a:pt x="15508" y="21073"/>
                    </a:lnTo>
                    <a:lnTo>
                      <a:pt x="19938" y="17912"/>
                    </a:lnTo>
                    <a:lnTo>
                      <a:pt x="21600" y="14224"/>
                    </a:lnTo>
                    <a:lnTo>
                      <a:pt x="20769" y="6849"/>
                    </a:lnTo>
                    <a:lnTo>
                      <a:pt x="18554" y="527"/>
                    </a:lnTo>
                    <a:lnTo>
                      <a:pt x="16062" y="1580"/>
                    </a:lnTo>
                    <a:lnTo>
                      <a:pt x="9692" y="1580"/>
                    </a:lnTo>
                    <a:lnTo>
                      <a:pt x="2492" y="0"/>
                    </a:lnTo>
                    <a:lnTo>
                      <a:pt x="277" y="4215"/>
                    </a:lnTo>
                    <a:lnTo>
                      <a:pt x="0" y="17912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84" name="Group"/>
            <p:cNvGrpSpPr/>
            <p:nvPr/>
          </p:nvGrpSpPr>
          <p:grpSpPr>
            <a:xfrm>
              <a:off x="123825" y="2349500"/>
              <a:ext cx="338138" cy="192088"/>
              <a:chOff x="0" y="0"/>
              <a:chExt cx="338137" cy="192087"/>
            </a:xfrm>
          </p:grpSpPr>
          <p:sp>
            <p:nvSpPr>
              <p:cNvPr id="378" name="Shape"/>
              <p:cNvSpPr/>
              <p:nvPr/>
            </p:nvSpPr>
            <p:spPr>
              <a:xfrm>
                <a:off x="0" y="0"/>
                <a:ext cx="338138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572" y="2856"/>
                    </a:moveTo>
                    <a:lnTo>
                      <a:pt x="21397" y="11960"/>
                    </a:lnTo>
                    <a:lnTo>
                      <a:pt x="21397" y="15709"/>
                    </a:lnTo>
                    <a:lnTo>
                      <a:pt x="21600" y="18565"/>
                    </a:lnTo>
                    <a:lnTo>
                      <a:pt x="19673" y="20707"/>
                    </a:lnTo>
                    <a:lnTo>
                      <a:pt x="17848" y="21064"/>
                    </a:lnTo>
                    <a:lnTo>
                      <a:pt x="14806" y="21600"/>
                    </a:lnTo>
                    <a:lnTo>
                      <a:pt x="11763" y="21064"/>
                    </a:lnTo>
                    <a:lnTo>
                      <a:pt x="10546" y="18744"/>
                    </a:lnTo>
                    <a:lnTo>
                      <a:pt x="9127" y="16959"/>
                    </a:lnTo>
                    <a:lnTo>
                      <a:pt x="5070" y="15174"/>
                    </a:lnTo>
                    <a:lnTo>
                      <a:pt x="3042" y="14281"/>
                    </a:lnTo>
                    <a:lnTo>
                      <a:pt x="1623" y="12496"/>
                    </a:lnTo>
                    <a:lnTo>
                      <a:pt x="0" y="9818"/>
                    </a:lnTo>
                    <a:lnTo>
                      <a:pt x="406" y="6605"/>
                    </a:lnTo>
                    <a:lnTo>
                      <a:pt x="1623" y="4998"/>
                    </a:lnTo>
                    <a:lnTo>
                      <a:pt x="3245" y="4463"/>
                    </a:lnTo>
                    <a:lnTo>
                      <a:pt x="7910" y="4106"/>
                    </a:lnTo>
                    <a:lnTo>
                      <a:pt x="11662" y="0"/>
                    </a:lnTo>
                    <a:lnTo>
                      <a:pt x="17239" y="1607"/>
                    </a:lnTo>
                    <a:lnTo>
                      <a:pt x="19572" y="2856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79" name="Shape"/>
              <p:cNvSpPr/>
              <p:nvPr/>
            </p:nvSpPr>
            <p:spPr>
              <a:xfrm>
                <a:off x="17462" y="50800"/>
                <a:ext cx="53976" cy="23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40"/>
                    </a:moveTo>
                    <a:lnTo>
                      <a:pt x="14612" y="10080"/>
                    </a:lnTo>
                    <a:lnTo>
                      <a:pt x="11435" y="21600"/>
                    </a:lnTo>
                    <a:lnTo>
                      <a:pt x="0" y="10080"/>
                    </a:lnTo>
                    <a:lnTo>
                      <a:pt x="3812" y="4320"/>
                    </a:lnTo>
                    <a:lnTo>
                      <a:pt x="9529" y="0"/>
                    </a:lnTo>
                    <a:lnTo>
                      <a:pt x="21600" y="144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0" name="Shape"/>
              <p:cNvSpPr/>
              <p:nvPr/>
            </p:nvSpPr>
            <p:spPr>
              <a:xfrm>
                <a:off x="11112" y="71437"/>
                <a:ext cx="304801" cy="103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0" y="0"/>
                    </a:moveTo>
                    <a:lnTo>
                      <a:pt x="2475" y="3323"/>
                    </a:lnTo>
                    <a:lnTo>
                      <a:pt x="4275" y="5649"/>
                    </a:lnTo>
                    <a:lnTo>
                      <a:pt x="6300" y="6978"/>
                    </a:lnTo>
                    <a:lnTo>
                      <a:pt x="8775" y="9305"/>
                    </a:lnTo>
                    <a:lnTo>
                      <a:pt x="10350" y="12960"/>
                    </a:lnTo>
                    <a:lnTo>
                      <a:pt x="12488" y="16283"/>
                    </a:lnTo>
                    <a:lnTo>
                      <a:pt x="15638" y="17945"/>
                    </a:lnTo>
                    <a:lnTo>
                      <a:pt x="19350" y="17612"/>
                    </a:lnTo>
                    <a:lnTo>
                      <a:pt x="21600" y="15618"/>
                    </a:lnTo>
                    <a:lnTo>
                      <a:pt x="21600" y="18277"/>
                    </a:lnTo>
                    <a:lnTo>
                      <a:pt x="19912" y="21268"/>
                    </a:lnTo>
                    <a:lnTo>
                      <a:pt x="16538" y="21600"/>
                    </a:lnTo>
                    <a:lnTo>
                      <a:pt x="14062" y="21600"/>
                    </a:lnTo>
                    <a:lnTo>
                      <a:pt x="12825" y="21268"/>
                    </a:lnTo>
                    <a:lnTo>
                      <a:pt x="10238" y="15286"/>
                    </a:lnTo>
                    <a:lnTo>
                      <a:pt x="9112" y="13625"/>
                    </a:lnTo>
                    <a:lnTo>
                      <a:pt x="6862" y="12628"/>
                    </a:lnTo>
                    <a:lnTo>
                      <a:pt x="2700" y="9305"/>
                    </a:lnTo>
                    <a:lnTo>
                      <a:pt x="0" y="3655"/>
                    </a:lnTo>
                    <a:lnTo>
                      <a:pt x="450" y="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1" name="Shape"/>
              <p:cNvSpPr/>
              <p:nvPr/>
            </p:nvSpPr>
            <p:spPr>
              <a:xfrm>
                <a:off x="203200" y="73025"/>
                <a:ext cx="114300" cy="7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300" y="21600"/>
                    </a:moveTo>
                    <a:lnTo>
                      <a:pt x="13500" y="21600"/>
                    </a:lnTo>
                    <a:lnTo>
                      <a:pt x="19200" y="19302"/>
                    </a:lnTo>
                    <a:lnTo>
                      <a:pt x="20700" y="17923"/>
                    </a:lnTo>
                    <a:lnTo>
                      <a:pt x="21600" y="13328"/>
                    </a:lnTo>
                    <a:lnTo>
                      <a:pt x="21000" y="6894"/>
                    </a:lnTo>
                    <a:lnTo>
                      <a:pt x="19200" y="0"/>
                    </a:lnTo>
                    <a:lnTo>
                      <a:pt x="12900" y="1838"/>
                    </a:lnTo>
                    <a:lnTo>
                      <a:pt x="7200" y="2298"/>
                    </a:lnTo>
                    <a:lnTo>
                      <a:pt x="3300" y="6434"/>
                    </a:lnTo>
                    <a:lnTo>
                      <a:pt x="1800" y="11949"/>
                    </a:lnTo>
                    <a:lnTo>
                      <a:pt x="0" y="19302"/>
                    </a:lnTo>
                    <a:lnTo>
                      <a:pt x="6300" y="216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2" name="Shape"/>
              <p:cNvSpPr/>
              <p:nvPr/>
            </p:nvSpPr>
            <p:spPr>
              <a:xfrm>
                <a:off x="55562" y="50800"/>
                <a:ext cx="73026" cy="492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1845"/>
                    </a:moveTo>
                    <a:lnTo>
                      <a:pt x="6104" y="2090"/>
                    </a:lnTo>
                    <a:lnTo>
                      <a:pt x="12678" y="2090"/>
                    </a:lnTo>
                    <a:lnTo>
                      <a:pt x="21600" y="0"/>
                    </a:lnTo>
                    <a:lnTo>
                      <a:pt x="17374" y="9755"/>
                    </a:lnTo>
                    <a:lnTo>
                      <a:pt x="19252" y="21600"/>
                    </a:lnTo>
                    <a:lnTo>
                      <a:pt x="4696" y="16026"/>
                    </a:lnTo>
                    <a:lnTo>
                      <a:pt x="0" y="11845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3" name="Oval"/>
              <p:cNvSpPr/>
              <p:nvPr/>
            </p:nvSpPr>
            <p:spPr>
              <a:xfrm>
                <a:off x="152400" y="68262"/>
                <a:ext cx="31750" cy="46038"/>
              </a:xfrm>
              <a:prstGeom prst="ellipse">
                <a:avLst/>
              </a:prstGeom>
              <a:solidFill>
                <a:srgbClr val="9411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389" name="Group"/>
            <p:cNvGrpSpPr/>
            <p:nvPr/>
          </p:nvGrpSpPr>
          <p:grpSpPr>
            <a:xfrm>
              <a:off x="384175" y="0"/>
              <a:ext cx="288925" cy="390525"/>
              <a:chOff x="0" y="0"/>
              <a:chExt cx="288925" cy="390525"/>
            </a:xfrm>
          </p:grpSpPr>
          <p:sp>
            <p:nvSpPr>
              <p:cNvPr id="385" name="Shape"/>
              <p:cNvSpPr/>
              <p:nvPr/>
            </p:nvSpPr>
            <p:spPr>
              <a:xfrm>
                <a:off x="6350" y="0"/>
                <a:ext cx="282575" cy="390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3" y="21600"/>
                    </a:moveTo>
                    <a:lnTo>
                      <a:pt x="2670" y="20195"/>
                    </a:lnTo>
                    <a:lnTo>
                      <a:pt x="3276" y="18527"/>
                    </a:lnTo>
                    <a:lnTo>
                      <a:pt x="3155" y="16946"/>
                    </a:lnTo>
                    <a:lnTo>
                      <a:pt x="1213" y="16420"/>
                    </a:lnTo>
                    <a:lnTo>
                      <a:pt x="0" y="14488"/>
                    </a:lnTo>
                    <a:lnTo>
                      <a:pt x="243" y="12468"/>
                    </a:lnTo>
                    <a:lnTo>
                      <a:pt x="364" y="10010"/>
                    </a:lnTo>
                    <a:lnTo>
                      <a:pt x="607" y="8693"/>
                    </a:lnTo>
                    <a:lnTo>
                      <a:pt x="0" y="7551"/>
                    </a:lnTo>
                    <a:lnTo>
                      <a:pt x="243" y="6146"/>
                    </a:lnTo>
                    <a:lnTo>
                      <a:pt x="607" y="5005"/>
                    </a:lnTo>
                    <a:lnTo>
                      <a:pt x="243" y="3337"/>
                    </a:lnTo>
                    <a:lnTo>
                      <a:pt x="2063" y="2283"/>
                    </a:lnTo>
                    <a:lnTo>
                      <a:pt x="4611" y="1229"/>
                    </a:lnTo>
                    <a:lnTo>
                      <a:pt x="7038" y="615"/>
                    </a:lnTo>
                    <a:lnTo>
                      <a:pt x="10193" y="0"/>
                    </a:lnTo>
                    <a:lnTo>
                      <a:pt x="14076" y="263"/>
                    </a:lnTo>
                    <a:lnTo>
                      <a:pt x="17474" y="878"/>
                    </a:lnTo>
                    <a:lnTo>
                      <a:pt x="19658" y="2459"/>
                    </a:lnTo>
                    <a:lnTo>
                      <a:pt x="20872" y="4127"/>
                    </a:lnTo>
                    <a:lnTo>
                      <a:pt x="21357" y="5971"/>
                    </a:lnTo>
                    <a:lnTo>
                      <a:pt x="21600" y="8868"/>
                    </a:lnTo>
                    <a:lnTo>
                      <a:pt x="20872" y="10624"/>
                    </a:lnTo>
                    <a:lnTo>
                      <a:pt x="19901" y="12029"/>
                    </a:lnTo>
                    <a:lnTo>
                      <a:pt x="18809" y="13873"/>
                    </a:lnTo>
                    <a:lnTo>
                      <a:pt x="16746" y="15102"/>
                    </a:lnTo>
                    <a:lnTo>
                      <a:pt x="15775" y="16420"/>
                    </a:lnTo>
                    <a:lnTo>
                      <a:pt x="15775" y="17737"/>
                    </a:lnTo>
                    <a:lnTo>
                      <a:pt x="16261" y="19317"/>
                    </a:lnTo>
                    <a:lnTo>
                      <a:pt x="18202" y="21424"/>
                    </a:lnTo>
                    <a:lnTo>
                      <a:pt x="1213" y="21600"/>
                    </a:lnTo>
                  </a:path>
                </a:pathLst>
              </a:custGeom>
              <a:solidFill>
                <a:srgbClr val="FFCB92"/>
              </a:solidFill>
              <a:ln w="12700" cap="rnd">
                <a:solidFill>
                  <a:srgbClr val="522B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6" name="Shape"/>
              <p:cNvSpPr/>
              <p:nvPr/>
            </p:nvSpPr>
            <p:spPr>
              <a:xfrm>
                <a:off x="25400" y="153987"/>
                <a:ext cx="25400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450" y="0"/>
                    </a:moveTo>
                    <a:lnTo>
                      <a:pt x="2700" y="3014"/>
                    </a:lnTo>
                    <a:lnTo>
                      <a:pt x="8100" y="6530"/>
                    </a:lnTo>
                    <a:lnTo>
                      <a:pt x="9450" y="11553"/>
                    </a:lnTo>
                    <a:lnTo>
                      <a:pt x="8100" y="15070"/>
                    </a:lnTo>
                    <a:lnTo>
                      <a:pt x="2700" y="18084"/>
                    </a:lnTo>
                    <a:lnTo>
                      <a:pt x="9450" y="20595"/>
                    </a:lnTo>
                    <a:lnTo>
                      <a:pt x="14850" y="16074"/>
                    </a:lnTo>
                    <a:lnTo>
                      <a:pt x="18900" y="11051"/>
                    </a:lnTo>
                    <a:lnTo>
                      <a:pt x="20250" y="8037"/>
                    </a:lnTo>
                    <a:lnTo>
                      <a:pt x="21600" y="12056"/>
                    </a:lnTo>
                    <a:lnTo>
                      <a:pt x="16200" y="17581"/>
                    </a:lnTo>
                    <a:lnTo>
                      <a:pt x="12150" y="20595"/>
                    </a:lnTo>
                    <a:lnTo>
                      <a:pt x="9450" y="21600"/>
                    </a:lnTo>
                    <a:lnTo>
                      <a:pt x="0" y="19088"/>
                    </a:lnTo>
                    <a:lnTo>
                      <a:pt x="0" y="16074"/>
                    </a:lnTo>
                    <a:lnTo>
                      <a:pt x="5400" y="13563"/>
                    </a:lnTo>
                    <a:lnTo>
                      <a:pt x="5400" y="9042"/>
                    </a:lnTo>
                    <a:lnTo>
                      <a:pt x="1350" y="4521"/>
                    </a:lnTo>
                    <a:lnTo>
                      <a:pt x="9450" y="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7" name="Shape"/>
              <p:cNvSpPr/>
              <p:nvPr/>
            </p:nvSpPr>
            <p:spPr>
              <a:xfrm>
                <a:off x="0" y="1587"/>
                <a:ext cx="287338" cy="284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13" y="6275"/>
                    </a:moveTo>
                    <a:lnTo>
                      <a:pt x="2506" y="7361"/>
                    </a:lnTo>
                    <a:lnTo>
                      <a:pt x="2267" y="9412"/>
                    </a:lnTo>
                    <a:lnTo>
                      <a:pt x="2029" y="12067"/>
                    </a:lnTo>
                    <a:lnTo>
                      <a:pt x="2864" y="11464"/>
                    </a:lnTo>
                    <a:lnTo>
                      <a:pt x="4057" y="12067"/>
                    </a:lnTo>
                    <a:lnTo>
                      <a:pt x="4057" y="13636"/>
                    </a:lnTo>
                    <a:lnTo>
                      <a:pt x="5131" y="15566"/>
                    </a:lnTo>
                    <a:lnTo>
                      <a:pt x="6683" y="18101"/>
                    </a:lnTo>
                    <a:lnTo>
                      <a:pt x="6444" y="20393"/>
                    </a:lnTo>
                    <a:lnTo>
                      <a:pt x="10144" y="20393"/>
                    </a:lnTo>
                    <a:lnTo>
                      <a:pt x="12172" y="21600"/>
                    </a:lnTo>
                    <a:lnTo>
                      <a:pt x="13485" y="20755"/>
                    </a:lnTo>
                    <a:lnTo>
                      <a:pt x="15991" y="21238"/>
                    </a:lnTo>
                    <a:lnTo>
                      <a:pt x="16469" y="20152"/>
                    </a:lnTo>
                    <a:lnTo>
                      <a:pt x="18378" y="18583"/>
                    </a:lnTo>
                    <a:lnTo>
                      <a:pt x="19810" y="16049"/>
                    </a:lnTo>
                    <a:lnTo>
                      <a:pt x="20526" y="13515"/>
                    </a:lnTo>
                    <a:lnTo>
                      <a:pt x="21242" y="11705"/>
                    </a:lnTo>
                    <a:lnTo>
                      <a:pt x="21600" y="8930"/>
                    </a:lnTo>
                    <a:lnTo>
                      <a:pt x="21481" y="6275"/>
                    </a:lnTo>
                    <a:lnTo>
                      <a:pt x="20884" y="3137"/>
                    </a:lnTo>
                    <a:lnTo>
                      <a:pt x="19333" y="1207"/>
                    </a:lnTo>
                    <a:lnTo>
                      <a:pt x="14917" y="121"/>
                    </a:lnTo>
                    <a:lnTo>
                      <a:pt x="10144" y="0"/>
                    </a:lnTo>
                    <a:lnTo>
                      <a:pt x="8354" y="241"/>
                    </a:lnTo>
                    <a:lnTo>
                      <a:pt x="3938" y="1327"/>
                    </a:lnTo>
                    <a:lnTo>
                      <a:pt x="1193" y="2775"/>
                    </a:lnTo>
                    <a:lnTo>
                      <a:pt x="0" y="4585"/>
                    </a:lnTo>
                    <a:lnTo>
                      <a:pt x="1313" y="6275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88" name="Shape"/>
              <p:cNvSpPr/>
              <p:nvPr/>
            </p:nvSpPr>
            <p:spPr>
              <a:xfrm>
                <a:off x="9525" y="4762"/>
                <a:ext cx="268288" cy="120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379"/>
                    </a:moveTo>
                    <a:lnTo>
                      <a:pt x="1534" y="13642"/>
                    </a:lnTo>
                    <a:lnTo>
                      <a:pt x="3067" y="15347"/>
                    </a:lnTo>
                    <a:lnTo>
                      <a:pt x="6391" y="18758"/>
                    </a:lnTo>
                    <a:lnTo>
                      <a:pt x="4346" y="15347"/>
                    </a:lnTo>
                    <a:lnTo>
                      <a:pt x="3707" y="13074"/>
                    </a:lnTo>
                    <a:lnTo>
                      <a:pt x="5240" y="15347"/>
                    </a:lnTo>
                    <a:lnTo>
                      <a:pt x="7157" y="18189"/>
                    </a:lnTo>
                    <a:lnTo>
                      <a:pt x="7669" y="17053"/>
                    </a:lnTo>
                    <a:lnTo>
                      <a:pt x="8180" y="14779"/>
                    </a:lnTo>
                    <a:lnTo>
                      <a:pt x="9586" y="12789"/>
                    </a:lnTo>
                    <a:lnTo>
                      <a:pt x="9969" y="15347"/>
                    </a:lnTo>
                    <a:lnTo>
                      <a:pt x="8436" y="19326"/>
                    </a:lnTo>
                    <a:lnTo>
                      <a:pt x="10864" y="16768"/>
                    </a:lnTo>
                    <a:lnTo>
                      <a:pt x="11886" y="12505"/>
                    </a:lnTo>
                    <a:lnTo>
                      <a:pt x="12014" y="16484"/>
                    </a:lnTo>
                    <a:lnTo>
                      <a:pt x="11375" y="19895"/>
                    </a:lnTo>
                    <a:lnTo>
                      <a:pt x="13676" y="16484"/>
                    </a:lnTo>
                    <a:lnTo>
                      <a:pt x="14059" y="11937"/>
                    </a:lnTo>
                    <a:lnTo>
                      <a:pt x="14570" y="15063"/>
                    </a:lnTo>
                    <a:lnTo>
                      <a:pt x="13804" y="18758"/>
                    </a:lnTo>
                    <a:lnTo>
                      <a:pt x="12909" y="21316"/>
                    </a:lnTo>
                    <a:lnTo>
                      <a:pt x="14443" y="18474"/>
                    </a:lnTo>
                    <a:lnTo>
                      <a:pt x="15209" y="16200"/>
                    </a:lnTo>
                    <a:lnTo>
                      <a:pt x="15593" y="12505"/>
                    </a:lnTo>
                    <a:lnTo>
                      <a:pt x="16232" y="17053"/>
                    </a:lnTo>
                    <a:lnTo>
                      <a:pt x="15337" y="21600"/>
                    </a:lnTo>
                    <a:lnTo>
                      <a:pt x="17127" y="18189"/>
                    </a:lnTo>
                    <a:lnTo>
                      <a:pt x="17638" y="15063"/>
                    </a:lnTo>
                    <a:lnTo>
                      <a:pt x="17893" y="17337"/>
                    </a:lnTo>
                    <a:lnTo>
                      <a:pt x="17893" y="20463"/>
                    </a:lnTo>
                    <a:lnTo>
                      <a:pt x="18405" y="17621"/>
                    </a:lnTo>
                    <a:lnTo>
                      <a:pt x="18660" y="14779"/>
                    </a:lnTo>
                    <a:lnTo>
                      <a:pt x="19172" y="17337"/>
                    </a:lnTo>
                    <a:lnTo>
                      <a:pt x="19299" y="19895"/>
                    </a:lnTo>
                    <a:lnTo>
                      <a:pt x="19938" y="17905"/>
                    </a:lnTo>
                    <a:lnTo>
                      <a:pt x="20066" y="15347"/>
                    </a:lnTo>
                    <a:lnTo>
                      <a:pt x="20961" y="16484"/>
                    </a:lnTo>
                    <a:lnTo>
                      <a:pt x="21600" y="19611"/>
                    </a:lnTo>
                    <a:lnTo>
                      <a:pt x="21600" y="14779"/>
                    </a:lnTo>
                    <a:lnTo>
                      <a:pt x="20961" y="7958"/>
                    </a:lnTo>
                    <a:lnTo>
                      <a:pt x="19299" y="4263"/>
                    </a:lnTo>
                    <a:lnTo>
                      <a:pt x="16871" y="1989"/>
                    </a:lnTo>
                    <a:lnTo>
                      <a:pt x="12398" y="568"/>
                    </a:lnTo>
                    <a:lnTo>
                      <a:pt x="10225" y="0"/>
                    </a:lnTo>
                    <a:lnTo>
                      <a:pt x="7413" y="1705"/>
                    </a:lnTo>
                    <a:lnTo>
                      <a:pt x="11631" y="2274"/>
                    </a:lnTo>
                    <a:lnTo>
                      <a:pt x="13037" y="3695"/>
                    </a:lnTo>
                    <a:lnTo>
                      <a:pt x="10864" y="3411"/>
                    </a:lnTo>
                    <a:lnTo>
                      <a:pt x="8436" y="2842"/>
                    </a:lnTo>
                    <a:lnTo>
                      <a:pt x="6646" y="2274"/>
                    </a:lnTo>
                    <a:lnTo>
                      <a:pt x="4857" y="3411"/>
                    </a:lnTo>
                    <a:lnTo>
                      <a:pt x="6902" y="4547"/>
                    </a:lnTo>
                    <a:lnTo>
                      <a:pt x="3195" y="4263"/>
                    </a:lnTo>
                    <a:lnTo>
                      <a:pt x="1278" y="5684"/>
                    </a:lnTo>
                    <a:lnTo>
                      <a:pt x="0" y="9379"/>
                    </a:lnTo>
                  </a:path>
                </a:pathLst>
              </a:custGeom>
              <a:solidFill>
                <a:srgbClr val="743F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13" name="Group"/>
            <p:cNvGrpSpPr/>
            <p:nvPr/>
          </p:nvGrpSpPr>
          <p:grpSpPr>
            <a:xfrm>
              <a:off x="196850" y="1030287"/>
              <a:ext cx="649288" cy="1393826"/>
              <a:chOff x="0" y="0"/>
              <a:chExt cx="649287" cy="1393825"/>
            </a:xfrm>
          </p:grpSpPr>
          <p:sp>
            <p:nvSpPr>
              <p:cNvPr id="390" name="Shape"/>
              <p:cNvSpPr/>
              <p:nvPr/>
            </p:nvSpPr>
            <p:spPr>
              <a:xfrm>
                <a:off x="0" y="0"/>
                <a:ext cx="649288" cy="13938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69" y="886"/>
                    </a:moveTo>
                    <a:lnTo>
                      <a:pt x="6866" y="1082"/>
                    </a:lnTo>
                    <a:lnTo>
                      <a:pt x="10404" y="1132"/>
                    </a:lnTo>
                    <a:lnTo>
                      <a:pt x="14946" y="910"/>
                    </a:lnTo>
                    <a:lnTo>
                      <a:pt x="18431" y="394"/>
                    </a:lnTo>
                    <a:lnTo>
                      <a:pt x="19699" y="0"/>
                    </a:lnTo>
                    <a:lnTo>
                      <a:pt x="19804" y="640"/>
                    </a:lnTo>
                    <a:lnTo>
                      <a:pt x="20333" y="1009"/>
                    </a:lnTo>
                    <a:lnTo>
                      <a:pt x="20227" y="1476"/>
                    </a:lnTo>
                    <a:lnTo>
                      <a:pt x="20861" y="2067"/>
                    </a:lnTo>
                    <a:lnTo>
                      <a:pt x="21389" y="2878"/>
                    </a:lnTo>
                    <a:lnTo>
                      <a:pt x="21600" y="3838"/>
                    </a:lnTo>
                    <a:lnTo>
                      <a:pt x="21283" y="4846"/>
                    </a:lnTo>
                    <a:lnTo>
                      <a:pt x="20966" y="5486"/>
                    </a:lnTo>
                    <a:lnTo>
                      <a:pt x="20544" y="5954"/>
                    </a:lnTo>
                    <a:lnTo>
                      <a:pt x="20649" y="6446"/>
                    </a:lnTo>
                    <a:lnTo>
                      <a:pt x="20333" y="6864"/>
                    </a:lnTo>
                    <a:lnTo>
                      <a:pt x="19488" y="10357"/>
                    </a:lnTo>
                    <a:lnTo>
                      <a:pt x="19488" y="10997"/>
                    </a:lnTo>
                    <a:lnTo>
                      <a:pt x="18959" y="11513"/>
                    </a:lnTo>
                    <a:lnTo>
                      <a:pt x="19171" y="11956"/>
                    </a:lnTo>
                    <a:lnTo>
                      <a:pt x="18748" y="12448"/>
                    </a:lnTo>
                    <a:lnTo>
                      <a:pt x="18959" y="12916"/>
                    </a:lnTo>
                    <a:lnTo>
                      <a:pt x="18643" y="13506"/>
                    </a:lnTo>
                    <a:lnTo>
                      <a:pt x="18854" y="14687"/>
                    </a:lnTo>
                    <a:lnTo>
                      <a:pt x="18431" y="15942"/>
                    </a:lnTo>
                    <a:lnTo>
                      <a:pt x="17692" y="17172"/>
                    </a:lnTo>
                    <a:lnTo>
                      <a:pt x="17058" y="18672"/>
                    </a:lnTo>
                    <a:lnTo>
                      <a:pt x="17269" y="19386"/>
                    </a:lnTo>
                    <a:lnTo>
                      <a:pt x="16953" y="20641"/>
                    </a:lnTo>
                    <a:lnTo>
                      <a:pt x="14629" y="21010"/>
                    </a:lnTo>
                    <a:lnTo>
                      <a:pt x="12939" y="20960"/>
                    </a:lnTo>
                    <a:lnTo>
                      <a:pt x="10774" y="20764"/>
                    </a:lnTo>
                    <a:lnTo>
                      <a:pt x="10404" y="19287"/>
                    </a:lnTo>
                    <a:lnTo>
                      <a:pt x="10879" y="18328"/>
                    </a:lnTo>
                    <a:lnTo>
                      <a:pt x="10562" y="16778"/>
                    </a:lnTo>
                    <a:lnTo>
                      <a:pt x="10879" y="15794"/>
                    </a:lnTo>
                    <a:lnTo>
                      <a:pt x="11196" y="14589"/>
                    </a:lnTo>
                    <a:lnTo>
                      <a:pt x="10879" y="13826"/>
                    </a:lnTo>
                    <a:lnTo>
                      <a:pt x="11090" y="12645"/>
                    </a:lnTo>
                    <a:lnTo>
                      <a:pt x="10826" y="12153"/>
                    </a:lnTo>
                    <a:lnTo>
                      <a:pt x="11090" y="11218"/>
                    </a:lnTo>
                    <a:lnTo>
                      <a:pt x="10879" y="10357"/>
                    </a:lnTo>
                    <a:lnTo>
                      <a:pt x="11090" y="7011"/>
                    </a:lnTo>
                    <a:lnTo>
                      <a:pt x="9189" y="11390"/>
                    </a:lnTo>
                    <a:lnTo>
                      <a:pt x="8556" y="12055"/>
                    </a:lnTo>
                    <a:lnTo>
                      <a:pt x="8556" y="12645"/>
                    </a:lnTo>
                    <a:lnTo>
                      <a:pt x="8239" y="13260"/>
                    </a:lnTo>
                    <a:lnTo>
                      <a:pt x="8661" y="13924"/>
                    </a:lnTo>
                    <a:lnTo>
                      <a:pt x="8872" y="14859"/>
                    </a:lnTo>
                    <a:lnTo>
                      <a:pt x="8978" y="15942"/>
                    </a:lnTo>
                    <a:lnTo>
                      <a:pt x="8503" y="17910"/>
                    </a:lnTo>
                    <a:lnTo>
                      <a:pt x="8872" y="18771"/>
                    </a:lnTo>
                    <a:lnTo>
                      <a:pt x="8661" y="21206"/>
                    </a:lnTo>
                    <a:lnTo>
                      <a:pt x="7869" y="21502"/>
                    </a:lnTo>
                    <a:lnTo>
                      <a:pt x="5545" y="21600"/>
                    </a:lnTo>
                    <a:lnTo>
                      <a:pt x="2746" y="21157"/>
                    </a:lnTo>
                    <a:lnTo>
                      <a:pt x="1690" y="20714"/>
                    </a:lnTo>
                    <a:lnTo>
                      <a:pt x="1584" y="19410"/>
                    </a:lnTo>
                    <a:lnTo>
                      <a:pt x="2007" y="18574"/>
                    </a:lnTo>
                    <a:lnTo>
                      <a:pt x="1267" y="16729"/>
                    </a:lnTo>
                    <a:lnTo>
                      <a:pt x="951" y="14589"/>
                    </a:lnTo>
                    <a:lnTo>
                      <a:pt x="264" y="13457"/>
                    </a:lnTo>
                    <a:lnTo>
                      <a:pt x="0" y="12448"/>
                    </a:lnTo>
                    <a:lnTo>
                      <a:pt x="528" y="11169"/>
                    </a:lnTo>
                    <a:lnTo>
                      <a:pt x="422" y="9570"/>
                    </a:lnTo>
                    <a:lnTo>
                      <a:pt x="422" y="7799"/>
                    </a:lnTo>
                    <a:lnTo>
                      <a:pt x="634" y="6864"/>
                    </a:lnTo>
                    <a:lnTo>
                      <a:pt x="951" y="5929"/>
                    </a:lnTo>
                    <a:lnTo>
                      <a:pt x="1690" y="4576"/>
                    </a:lnTo>
                    <a:lnTo>
                      <a:pt x="1690" y="3936"/>
                    </a:lnTo>
                    <a:lnTo>
                      <a:pt x="2112" y="3444"/>
                    </a:lnTo>
                    <a:lnTo>
                      <a:pt x="2429" y="2755"/>
                    </a:lnTo>
                    <a:lnTo>
                      <a:pt x="2324" y="2239"/>
                    </a:lnTo>
                    <a:lnTo>
                      <a:pt x="3063" y="1697"/>
                    </a:lnTo>
                    <a:lnTo>
                      <a:pt x="3169" y="886"/>
                    </a:lnTo>
                  </a:path>
                </a:pathLst>
              </a:custGeom>
              <a:solidFill>
                <a:srgbClr val="011993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1" name="Shape"/>
              <p:cNvSpPr/>
              <p:nvPr/>
            </p:nvSpPr>
            <p:spPr>
              <a:xfrm>
                <a:off x="28575" y="36512"/>
                <a:ext cx="601663" cy="1339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6" y="717"/>
                    </a:moveTo>
                    <a:lnTo>
                      <a:pt x="3704" y="614"/>
                    </a:lnTo>
                    <a:lnTo>
                      <a:pt x="3932" y="1024"/>
                    </a:lnTo>
                    <a:lnTo>
                      <a:pt x="3818" y="1484"/>
                    </a:lnTo>
                    <a:lnTo>
                      <a:pt x="2394" y="1331"/>
                    </a:lnTo>
                    <a:lnTo>
                      <a:pt x="2679" y="1971"/>
                    </a:lnTo>
                    <a:lnTo>
                      <a:pt x="2565" y="2790"/>
                    </a:lnTo>
                    <a:lnTo>
                      <a:pt x="2052" y="3583"/>
                    </a:lnTo>
                    <a:lnTo>
                      <a:pt x="2223" y="4197"/>
                    </a:lnTo>
                    <a:lnTo>
                      <a:pt x="1254" y="5835"/>
                    </a:lnTo>
                    <a:lnTo>
                      <a:pt x="399" y="7447"/>
                    </a:lnTo>
                    <a:lnTo>
                      <a:pt x="342" y="9444"/>
                    </a:lnTo>
                    <a:lnTo>
                      <a:pt x="399" y="10800"/>
                    </a:lnTo>
                    <a:lnTo>
                      <a:pt x="57" y="11645"/>
                    </a:lnTo>
                    <a:lnTo>
                      <a:pt x="0" y="12438"/>
                    </a:lnTo>
                    <a:lnTo>
                      <a:pt x="912" y="13359"/>
                    </a:lnTo>
                    <a:lnTo>
                      <a:pt x="570" y="13973"/>
                    </a:lnTo>
                    <a:lnTo>
                      <a:pt x="399" y="15355"/>
                    </a:lnTo>
                    <a:lnTo>
                      <a:pt x="912" y="17070"/>
                    </a:lnTo>
                    <a:lnTo>
                      <a:pt x="1539" y="18606"/>
                    </a:lnTo>
                    <a:lnTo>
                      <a:pt x="1026" y="19578"/>
                    </a:lnTo>
                    <a:lnTo>
                      <a:pt x="1254" y="20807"/>
                    </a:lnTo>
                    <a:lnTo>
                      <a:pt x="3249" y="21344"/>
                    </a:lnTo>
                    <a:lnTo>
                      <a:pt x="5072" y="21600"/>
                    </a:lnTo>
                    <a:lnTo>
                      <a:pt x="7751" y="21472"/>
                    </a:lnTo>
                    <a:lnTo>
                      <a:pt x="7922" y="18964"/>
                    </a:lnTo>
                    <a:lnTo>
                      <a:pt x="7466" y="18145"/>
                    </a:lnTo>
                    <a:lnTo>
                      <a:pt x="7922" y="15279"/>
                    </a:lnTo>
                    <a:lnTo>
                      <a:pt x="7580" y="13564"/>
                    </a:lnTo>
                    <a:lnTo>
                      <a:pt x="5186" y="13820"/>
                    </a:lnTo>
                    <a:lnTo>
                      <a:pt x="3192" y="13897"/>
                    </a:lnTo>
                    <a:lnTo>
                      <a:pt x="2394" y="13845"/>
                    </a:lnTo>
                    <a:lnTo>
                      <a:pt x="3932" y="13769"/>
                    </a:lnTo>
                    <a:lnTo>
                      <a:pt x="6326" y="13564"/>
                    </a:lnTo>
                    <a:lnTo>
                      <a:pt x="7580" y="13180"/>
                    </a:lnTo>
                    <a:lnTo>
                      <a:pt x="5186" y="13410"/>
                    </a:lnTo>
                    <a:lnTo>
                      <a:pt x="3249" y="13564"/>
                    </a:lnTo>
                    <a:lnTo>
                      <a:pt x="1767" y="13487"/>
                    </a:lnTo>
                    <a:lnTo>
                      <a:pt x="1539" y="13308"/>
                    </a:lnTo>
                    <a:lnTo>
                      <a:pt x="2508" y="13359"/>
                    </a:lnTo>
                    <a:lnTo>
                      <a:pt x="5300" y="13231"/>
                    </a:lnTo>
                    <a:lnTo>
                      <a:pt x="7694" y="12847"/>
                    </a:lnTo>
                    <a:lnTo>
                      <a:pt x="5870" y="12950"/>
                    </a:lnTo>
                    <a:lnTo>
                      <a:pt x="3534" y="13027"/>
                    </a:lnTo>
                    <a:lnTo>
                      <a:pt x="1881" y="12847"/>
                    </a:lnTo>
                    <a:lnTo>
                      <a:pt x="6782" y="12694"/>
                    </a:lnTo>
                    <a:lnTo>
                      <a:pt x="7580" y="12412"/>
                    </a:lnTo>
                    <a:lnTo>
                      <a:pt x="4844" y="12412"/>
                    </a:lnTo>
                    <a:lnTo>
                      <a:pt x="2394" y="12310"/>
                    </a:lnTo>
                    <a:lnTo>
                      <a:pt x="1881" y="12105"/>
                    </a:lnTo>
                    <a:lnTo>
                      <a:pt x="5756" y="12233"/>
                    </a:lnTo>
                    <a:lnTo>
                      <a:pt x="7751" y="12054"/>
                    </a:lnTo>
                    <a:lnTo>
                      <a:pt x="5756" y="11491"/>
                    </a:lnTo>
                    <a:lnTo>
                      <a:pt x="4046" y="10851"/>
                    </a:lnTo>
                    <a:lnTo>
                      <a:pt x="2850" y="10109"/>
                    </a:lnTo>
                    <a:lnTo>
                      <a:pt x="2223" y="9623"/>
                    </a:lnTo>
                    <a:lnTo>
                      <a:pt x="3704" y="10365"/>
                    </a:lnTo>
                    <a:lnTo>
                      <a:pt x="5186" y="10749"/>
                    </a:lnTo>
                    <a:lnTo>
                      <a:pt x="6953" y="11235"/>
                    </a:lnTo>
                    <a:lnTo>
                      <a:pt x="8036" y="11209"/>
                    </a:lnTo>
                    <a:lnTo>
                      <a:pt x="8606" y="10083"/>
                    </a:lnTo>
                    <a:lnTo>
                      <a:pt x="9404" y="8522"/>
                    </a:lnTo>
                    <a:lnTo>
                      <a:pt x="9917" y="7064"/>
                    </a:lnTo>
                    <a:lnTo>
                      <a:pt x="10487" y="6526"/>
                    </a:lnTo>
                    <a:lnTo>
                      <a:pt x="13450" y="5963"/>
                    </a:lnTo>
                    <a:lnTo>
                      <a:pt x="11398" y="6731"/>
                    </a:lnTo>
                    <a:lnTo>
                      <a:pt x="11284" y="9009"/>
                    </a:lnTo>
                    <a:lnTo>
                      <a:pt x="11284" y="10442"/>
                    </a:lnTo>
                    <a:lnTo>
                      <a:pt x="11512" y="10698"/>
                    </a:lnTo>
                    <a:lnTo>
                      <a:pt x="13906" y="10902"/>
                    </a:lnTo>
                    <a:lnTo>
                      <a:pt x="11968" y="10928"/>
                    </a:lnTo>
                    <a:lnTo>
                      <a:pt x="11398" y="11056"/>
                    </a:lnTo>
                    <a:lnTo>
                      <a:pt x="10942" y="11747"/>
                    </a:lnTo>
                    <a:lnTo>
                      <a:pt x="12538" y="11773"/>
                    </a:lnTo>
                    <a:lnTo>
                      <a:pt x="13222" y="11696"/>
                    </a:lnTo>
                    <a:lnTo>
                      <a:pt x="10715" y="12003"/>
                    </a:lnTo>
                    <a:lnTo>
                      <a:pt x="11056" y="12310"/>
                    </a:lnTo>
                    <a:lnTo>
                      <a:pt x="12994" y="12284"/>
                    </a:lnTo>
                    <a:lnTo>
                      <a:pt x="14134" y="12105"/>
                    </a:lnTo>
                    <a:lnTo>
                      <a:pt x="15673" y="12105"/>
                    </a:lnTo>
                    <a:lnTo>
                      <a:pt x="13792" y="12361"/>
                    </a:lnTo>
                    <a:lnTo>
                      <a:pt x="11284" y="12643"/>
                    </a:lnTo>
                    <a:lnTo>
                      <a:pt x="10942" y="13282"/>
                    </a:lnTo>
                    <a:lnTo>
                      <a:pt x="11056" y="13845"/>
                    </a:lnTo>
                    <a:lnTo>
                      <a:pt x="11398" y="14255"/>
                    </a:lnTo>
                    <a:lnTo>
                      <a:pt x="11170" y="15074"/>
                    </a:lnTo>
                    <a:lnTo>
                      <a:pt x="10601" y="16584"/>
                    </a:lnTo>
                    <a:lnTo>
                      <a:pt x="11056" y="18017"/>
                    </a:lnTo>
                    <a:lnTo>
                      <a:pt x="10373" y="19348"/>
                    </a:lnTo>
                    <a:lnTo>
                      <a:pt x="10942" y="20755"/>
                    </a:lnTo>
                    <a:lnTo>
                      <a:pt x="13108" y="20935"/>
                    </a:lnTo>
                    <a:lnTo>
                      <a:pt x="14932" y="20986"/>
                    </a:lnTo>
                    <a:lnTo>
                      <a:pt x="16756" y="20602"/>
                    </a:lnTo>
                    <a:lnTo>
                      <a:pt x="17098" y="19348"/>
                    </a:lnTo>
                    <a:lnTo>
                      <a:pt x="16585" y="18555"/>
                    </a:lnTo>
                    <a:lnTo>
                      <a:pt x="18066" y="15867"/>
                    </a:lnTo>
                    <a:lnTo>
                      <a:pt x="18408" y="15100"/>
                    </a:lnTo>
                    <a:lnTo>
                      <a:pt x="18408" y="14204"/>
                    </a:lnTo>
                    <a:lnTo>
                      <a:pt x="18294" y="13487"/>
                    </a:lnTo>
                    <a:lnTo>
                      <a:pt x="17098" y="13615"/>
                    </a:lnTo>
                    <a:lnTo>
                      <a:pt x="15331" y="13666"/>
                    </a:lnTo>
                    <a:lnTo>
                      <a:pt x="13963" y="13436"/>
                    </a:lnTo>
                    <a:lnTo>
                      <a:pt x="16471" y="13308"/>
                    </a:lnTo>
                    <a:lnTo>
                      <a:pt x="18636" y="13078"/>
                    </a:lnTo>
                    <a:lnTo>
                      <a:pt x="18180" y="12412"/>
                    </a:lnTo>
                    <a:lnTo>
                      <a:pt x="18750" y="11824"/>
                    </a:lnTo>
                    <a:lnTo>
                      <a:pt x="18408" y="11286"/>
                    </a:lnTo>
                    <a:lnTo>
                      <a:pt x="19206" y="10902"/>
                    </a:lnTo>
                    <a:lnTo>
                      <a:pt x="19434" y="9136"/>
                    </a:lnTo>
                    <a:lnTo>
                      <a:pt x="20004" y="6680"/>
                    </a:lnTo>
                    <a:lnTo>
                      <a:pt x="20688" y="6142"/>
                    </a:lnTo>
                    <a:lnTo>
                      <a:pt x="20118" y="5707"/>
                    </a:lnTo>
                    <a:lnTo>
                      <a:pt x="20802" y="5067"/>
                    </a:lnTo>
                    <a:lnTo>
                      <a:pt x="21201" y="4248"/>
                    </a:lnTo>
                    <a:lnTo>
                      <a:pt x="21600" y="3404"/>
                    </a:lnTo>
                    <a:lnTo>
                      <a:pt x="21486" y="2559"/>
                    </a:lnTo>
                    <a:lnTo>
                      <a:pt x="21144" y="1740"/>
                    </a:lnTo>
                    <a:lnTo>
                      <a:pt x="20118" y="1049"/>
                    </a:lnTo>
                    <a:lnTo>
                      <a:pt x="20118" y="282"/>
                    </a:lnTo>
                    <a:lnTo>
                      <a:pt x="19206" y="537"/>
                    </a:lnTo>
                    <a:lnTo>
                      <a:pt x="19206" y="0"/>
                    </a:lnTo>
                    <a:lnTo>
                      <a:pt x="18180" y="77"/>
                    </a:lnTo>
                    <a:lnTo>
                      <a:pt x="18294" y="665"/>
                    </a:lnTo>
                    <a:lnTo>
                      <a:pt x="16927" y="947"/>
                    </a:lnTo>
                    <a:lnTo>
                      <a:pt x="15616" y="1152"/>
                    </a:lnTo>
                    <a:lnTo>
                      <a:pt x="15274" y="486"/>
                    </a:lnTo>
                    <a:lnTo>
                      <a:pt x="14248" y="589"/>
                    </a:lnTo>
                    <a:lnTo>
                      <a:pt x="14818" y="1331"/>
                    </a:lnTo>
                    <a:lnTo>
                      <a:pt x="12766" y="1484"/>
                    </a:lnTo>
                    <a:lnTo>
                      <a:pt x="10715" y="1587"/>
                    </a:lnTo>
                    <a:lnTo>
                      <a:pt x="8891" y="1587"/>
                    </a:lnTo>
                    <a:lnTo>
                      <a:pt x="8606" y="845"/>
                    </a:lnTo>
                    <a:lnTo>
                      <a:pt x="7751" y="793"/>
                    </a:lnTo>
                    <a:lnTo>
                      <a:pt x="7922" y="1587"/>
                    </a:lnTo>
                    <a:lnTo>
                      <a:pt x="4730" y="1484"/>
                    </a:lnTo>
                    <a:lnTo>
                      <a:pt x="4616" y="717"/>
                    </a:lnTo>
                  </a:path>
                </a:pathLst>
              </a:custGeom>
              <a:solidFill>
                <a:srgbClr val="0433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2" name="Shape"/>
              <p:cNvSpPr/>
              <p:nvPr/>
            </p:nvSpPr>
            <p:spPr>
              <a:xfrm>
                <a:off x="350837" y="404812"/>
                <a:ext cx="228601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450" y="9164"/>
                    </a:lnTo>
                    <a:lnTo>
                      <a:pt x="12600" y="1309"/>
                    </a:lnTo>
                    <a:lnTo>
                      <a:pt x="21600" y="0"/>
                    </a:lnTo>
                    <a:lnTo>
                      <a:pt x="11700" y="720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3" name="Shape"/>
              <p:cNvSpPr/>
              <p:nvPr/>
            </p:nvSpPr>
            <p:spPr>
              <a:xfrm>
                <a:off x="392112" y="735012"/>
                <a:ext cx="127001" cy="20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640" y="13292"/>
                    </a:lnTo>
                    <a:lnTo>
                      <a:pt x="0" y="18277"/>
                    </a:lnTo>
                    <a:lnTo>
                      <a:pt x="8640" y="21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4" name="Shape"/>
              <p:cNvSpPr/>
              <p:nvPr/>
            </p:nvSpPr>
            <p:spPr>
              <a:xfrm>
                <a:off x="347662" y="812800"/>
                <a:ext cx="161926" cy="698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471" y="6873"/>
                    </a:lnTo>
                    <a:lnTo>
                      <a:pt x="1906" y="13745"/>
                    </a:lnTo>
                    <a:lnTo>
                      <a:pt x="0" y="21600"/>
                    </a:lnTo>
                    <a:lnTo>
                      <a:pt x="4659" y="15218"/>
                    </a:lnTo>
                    <a:lnTo>
                      <a:pt x="11012" y="9327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5" name="Shape"/>
              <p:cNvSpPr/>
              <p:nvPr/>
            </p:nvSpPr>
            <p:spPr>
              <a:xfrm>
                <a:off x="376237" y="433387"/>
                <a:ext cx="146051" cy="1555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261" y="8155"/>
                    </a:lnTo>
                    <a:lnTo>
                      <a:pt x="5400" y="17192"/>
                    </a:lnTo>
                    <a:lnTo>
                      <a:pt x="0" y="21600"/>
                    </a:lnTo>
                    <a:lnTo>
                      <a:pt x="9391" y="16751"/>
                    </a:lnTo>
                    <a:lnTo>
                      <a:pt x="14791" y="108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6" name="Shape"/>
              <p:cNvSpPr/>
              <p:nvPr/>
            </p:nvSpPr>
            <p:spPr>
              <a:xfrm>
                <a:off x="166687" y="198437"/>
                <a:ext cx="230188" cy="158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7448" y="19440"/>
                    </a:lnTo>
                    <a:lnTo>
                      <a:pt x="15194" y="21600"/>
                    </a:lnTo>
                    <a:lnTo>
                      <a:pt x="21600" y="10800"/>
                    </a:lnTo>
                    <a:lnTo>
                      <a:pt x="15046" y="10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7" name="Shape"/>
              <p:cNvSpPr/>
              <p:nvPr/>
            </p:nvSpPr>
            <p:spPr>
              <a:xfrm>
                <a:off x="176212" y="169862"/>
                <a:ext cx="296863" cy="2794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91" y="0"/>
                    </a:moveTo>
                    <a:lnTo>
                      <a:pt x="20791" y="5523"/>
                    </a:lnTo>
                    <a:lnTo>
                      <a:pt x="18712" y="11291"/>
                    </a:lnTo>
                    <a:lnTo>
                      <a:pt x="15478" y="16323"/>
                    </a:lnTo>
                    <a:lnTo>
                      <a:pt x="12359" y="17427"/>
                    </a:lnTo>
                    <a:lnTo>
                      <a:pt x="7624" y="19023"/>
                    </a:lnTo>
                    <a:lnTo>
                      <a:pt x="0" y="21600"/>
                    </a:lnTo>
                    <a:lnTo>
                      <a:pt x="7855" y="19882"/>
                    </a:lnTo>
                    <a:lnTo>
                      <a:pt x="12128" y="18164"/>
                    </a:lnTo>
                    <a:lnTo>
                      <a:pt x="17557" y="15955"/>
                    </a:lnTo>
                    <a:lnTo>
                      <a:pt x="19174" y="11905"/>
                    </a:lnTo>
                    <a:lnTo>
                      <a:pt x="20907" y="7855"/>
                    </a:lnTo>
                    <a:lnTo>
                      <a:pt x="21600" y="5523"/>
                    </a:lnTo>
                    <a:lnTo>
                      <a:pt x="20791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8" name="Shape"/>
              <p:cNvSpPr/>
              <p:nvPr/>
            </p:nvSpPr>
            <p:spPr>
              <a:xfrm>
                <a:off x="149225" y="254000"/>
                <a:ext cx="168275" cy="1254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64" y="0"/>
                    </a:moveTo>
                    <a:lnTo>
                      <a:pt x="2038" y="12030"/>
                    </a:lnTo>
                    <a:lnTo>
                      <a:pt x="5094" y="19413"/>
                    </a:lnTo>
                    <a:lnTo>
                      <a:pt x="21600" y="20780"/>
                    </a:lnTo>
                    <a:lnTo>
                      <a:pt x="12226" y="21600"/>
                    </a:lnTo>
                    <a:lnTo>
                      <a:pt x="1223" y="21327"/>
                    </a:lnTo>
                    <a:lnTo>
                      <a:pt x="0" y="13944"/>
                    </a:lnTo>
                    <a:lnTo>
                      <a:pt x="3464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399" name="Shape"/>
              <p:cNvSpPr/>
              <p:nvPr/>
            </p:nvSpPr>
            <p:spPr>
              <a:xfrm>
                <a:off x="515937" y="142875"/>
                <a:ext cx="84138" cy="444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264" y="16971"/>
                    </a:lnTo>
                    <a:lnTo>
                      <a:pt x="21600" y="0"/>
                    </a:lnTo>
                    <a:lnTo>
                      <a:pt x="14264" y="6171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0" name="Shape"/>
              <p:cNvSpPr/>
              <p:nvPr/>
            </p:nvSpPr>
            <p:spPr>
              <a:xfrm>
                <a:off x="493712" y="184150"/>
                <a:ext cx="111126" cy="1809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983" y="0"/>
                    </a:moveTo>
                    <a:lnTo>
                      <a:pt x="21600" y="8337"/>
                    </a:lnTo>
                    <a:lnTo>
                      <a:pt x="16971" y="15158"/>
                    </a:lnTo>
                    <a:lnTo>
                      <a:pt x="9257" y="20274"/>
                    </a:lnTo>
                    <a:lnTo>
                      <a:pt x="0" y="21600"/>
                    </a:lnTo>
                    <a:lnTo>
                      <a:pt x="12343" y="17053"/>
                    </a:lnTo>
                    <a:lnTo>
                      <a:pt x="18823" y="10042"/>
                    </a:lnTo>
                    <a:lnTo>
                      <a:pt x="20983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1" name="Shape"/>
              <p:cNvSpPr/>
              <p:nvPr/>
            </p:nvSpPr>
            <p:spPr>
              <a:xfrm>
                <a:off x="266700" y="144462"/>
                <a:ext cx="133350" cy="19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1314" y="14400"/>
                    </a:lnTo>
                    <a:lnTo>
                      <a:pt x="0" y="21600"/>
                    </a:lnTo>
                    <a:lnTo>
                      <a:pt x="10800" y="72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2" name="Shape"/>
              <p:cNvSpPr/>
              <p:nvPr/>
            </p:nvSpPr>
            <p:spPr>
              <a:xfrm>
                <a:off x="82550" y="482600"/>
                <a:ext cx="212725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958" y="9483"/>
                    </a:lnTo>
                    <a:lnTo>
                      <a:pt x="7415" y="16859"/>
                    </a:lnTo>
                    <a:lnTo>
                      <a:pt x="0" y="19493"/>
                    </a:lnTo>
                    <a:lnTo>
                      <a:pt x="6931" y="21600"/>
                    </a:lnTo>
                    <a:lnTo>
                      <a:pt x="15313" y="1685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3" name="Shape"/>
              <p:cNvSpPr/>
              <p:nvPr/>
            </p:nvSpPr>
            <p:spPr>
              <a:xfrm>
                <a:off x="9525" y="134937"/>
                <a:ext cx="79375" cy="755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008" y="0"/>
                    </a:moveTo>
                    <a:lnTo>
                      <a:pt x="21600" y="953"/>
                    </a:lnTo>
                    <a:lnTo>
                      <a:pt x="21600" y="2360"/>
                    </a:lnTo>
                    <a:lnTo>
                      <a:pt x="15120" y="3539"/>
                    </a:lnTo>
                    <a:lnTo>
                      <a:pt x="17280" y="4992"/>
                    </a:lnTo>
                    <a:lnTo>
                      <a:pt x="9504" y="8032"/>
                    </a:lnTo>
                    <a:lnTo>
                      <a:pt x="4752" y="10755"/>
                    </a:lnTo>
                    <a:lnTo>
                      <a:pt x="4752" y="13613"/>
                    </a:lnTo>
                    <a:lnTo>
                      <a:pt x="4752" y="15973"/>
                    </a:lnTo>
                    <a:lnTo>
                      <a:pt x="3888" y="16835"/>
                    </a:lnTo>
                    <a:lnTo>
                      <a:pt x="3024" y="18106"/>
                    </a:lnTo>
                    <a:lnTo>
                      <a:pt x="2592" y="19422"/>
                    </a:lnTo>
                    <a:lnTo>
                      <a:pt x="6480" y="20556"/>
                    </a:lnTo>
                    <a:lnTo>
                      <a:pt x="4752" y="21600"/>
                    </a:lnTo>
                    <a:lnTo>
                      <a:pt x="0" y="20420"/>
                    </a:lnTo>
                    <a:lnTo>
                      <a:pt x="432" y="18968"/>
                    </a:lnTo>
                    <a:lnTo>
                      <a:pt x="3024" y="16835"/>
                    </a:lnTo>
                    <a:lnTo>
                      <a:pt x="3024" y="14612"/>
                    </a:lnTo>
                    <a:lnTo>
                      <a:pt x="2592" y="12161"/>
                    </a:lnTo>
                    <a:lnTo>
                      <a:pt x="3024" y="9711"/>
                    </a:lnTo>
                    <a:lnTo>
                      <a:pt x="8640" y="7079"/>
                    </a:lnTo>
                    <a:lnTo>
                      <a:pt x="13392" y="5218"/>
                    </a:lnTo>
                    <a:lnTo>
                      <a:pt x="12528" y="3539"/>
                    </a:lnTo>
                    <a:lnTo>
                      <a:pt x="19008" y="2269"/>
                    </a:lnTo>
                    <a:lnTo>
                      <a:pt x="19008" y="0"/>
                    </a:lnTo>
                  </a:path>
                </a:pathLst>
              </a:custGeom>
              <a:solidFill>
                <a:srgbClr val="0433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4" name="Shape"/>
              <p:cNvSpPr/>
              <p:nvPr/>
            </p:nvSpPr>
            <p:spPr>
              <a:xfrm>
                <a:off x="350837" y="1198562"/>
                <a:ext cx="125413" cy="539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311" y="10165"/>
                    </a:lnTo>
                    <a:lnTo>
                      <a:pt x="5468" y="18424"/>
                    </a:lnTo>
                    <a:lnTo>
                      <a:pt x="0" y="21600"/>
                    </a:lnTo>
                    <a:lnTo>
                      <a:pt x="12851" y="19694"/>
                    </a:lnTo>
                    <a:lnTo>
                      <a:pt x="14765" y="1588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5" name="Shape"/>
              <p:cNvSpPr/>
              <p:nvPr/>
            </p:nvSpPr>
            <p:spPr>
              <a:xfrm>
                <a:off x="323850" y="1030287"/>
                <a:ext cx="195263" cy="204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737" y="6028"/>
                    </a:lnTo>
                    <a:lnTo>
                      <a:pt x="13698" y="10716"/>
                    </a:lnTo>
                    <a:lnTo>
                      <a:pt x="8605" y="14567"/>
                    </a:lnTo>
                    <a:lnTo>
                      <a:pt x="3512" y="17247"/>
                    </a:lnTo>
                    <a:lnTo>
                      <a:pt x="1405" y="18084"/>
                    </a:lnTo>
                    <a:lnTo>
                      <a:pt x="0" y="21600"/>
                    </a:lnTo>
                    <a:lnTo>
                      <a:pt x="5795" y="19088"/>
                    </a:lnTo>
                    <a:lnTo>
                      <a:pt x="11941" y="14400"/>
                    </a:lnTo>
                    <a:lnTo>
                      <a:pt x="17210" y="854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6" name="Shape"/>
              <p:cNvSpPr/>
              <p:nvPr/>
            </p:nvSpPr>
            <p:spPr>
              <a:xfrm>
                <a:off x="338137" y="904875"/>
                <a:ext cx="77788" cy="128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053" y="7200"/>
                    </a:lnTo>
                    <a:lnTo>
                      <a:pt x="2204" y="14133"/>
                    </a:lnTo>
                    <a:lnTo>
                      <a:pt x="0" y="21600"/>
                    </a:lnTo>
                    <a:lnTo>
                      <a:pt x="8816" y="104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7" name="Shape"/>
              <p:cNvSpPr/>
              <p:nvPr/>
            </p:nvSpPr>
            <p:spPr>
              <a:xfrm>
                <a:off x="95250" y="1100137"/>
                <a:ext cx="123825" cy="77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708" y="11461"/>
                    </a:lnTo>
                    <a:lnTo>
                      <a:pt x="10523" y="16310"/>
                    </a:lnTo>
                    <a:lnTo>
                      <a:pt x="19662" y="18073"/>
                    </a:lnTo>
                    <a:lnTo>
                      <a:pt x="21600" y="18073"/>
                    </a:lnTo>
                    <a:lnTo>
                      <a:pt x="16892" y="21600"/>
                    </a:lnTo>
                    <a:lnTo>
                      <a:pt x="8585" y="20278"/>
                    </a:lnTo>
                    <a:lnTo>
                      <a:pt x="4154" y="185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8" name="Shape"/>
              <p:cNvSpPr/>
              <p:nvPr/>
            </p:nvSpPr>
            <p:spPr>
              <a:xfrm>
                <a:off x="73025" y="1168400"/>
                <a:ext cx="152400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625" y="13800"/>
                    </a:lnTo>
                    <a:lnTo>
                      <a:pt x="10350" y="16800"/>
                    </a:lnTo>
                    <a:lnTo>
                      <a:pt x="20250" y="18000"/>
                    </a:lnTo>
                    <a:lnTo>
                      <a:pt x="21600" y="16800"/>
                    </a:lnTo>
                    <a:lnTo>
                      <a:pt x="17775" y="20400"/>
                    </a:lnTo>
                    <a:lnTo>
                      <a:pt x="7650" y="21600"/>
                    </a:lnTo>
                    <a:lnTo>
                      <a:pt x="2475" y="16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09" name="Shape"/>
              <p:cNvSpPr/>
              <p:nvPr/>
            </p:nvSpPr>
            <p:spPr>
              <a:xfrm>
                <a:off x="76200" y="1265237"/>
                <a:ext cx="152400" cy="619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450" y="12738"/>
                    </a:lnTo>
                    <a:lnTo>
                      <a:pt x="15975" y="14400"/>
                    </a:lnTo>
                    <a:lnTo>
                      <a:pt x="21600" y="9969"/>
                    </a:lnTo>
                    <a:lnTo>
                      <a:pt x="16875" y="19938"/>
                    </a:lnTo>
                    <a:lnTo>
                      <a:pt x="11025" y="21600"/>
                    </a:lnTo>
                    <a:lnTo>
                      <a:pt x="6075" y="1661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0" name="Shape"/>
              <p:cNvSpPr/>
              <p:nvPr/>
            </p:nvSpPr>
            <p:spPr>
              <a:xfrm>
                <a:off x="44450" y="955675"/>
                <a:ext cx="44450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857" y="0"/>
                    </a:moveTo>
                    <a:lnTo>
                      <a:pt x="5400" y="7855"/>
                    </a:lnTo>
                    <a:lnTo>
                      <a:pt x="9257" y="12139"/>
                    </a:lnTo>
                    <a:lnTo>
                      <a:pt x="21600" y="21600"/>
                    </a:lnTo>
                    <a:lnTo>
                      <a:pt x="10800" y="18922"/>
                    </a:lnTo>
                    <a:lnTo>
                      <a:pt x="5400" y="10889"/>
                    </a:lnTo>
                    <a:lnTo>
                      <a:pt x="0" y="6962"/>
                    </a:lnTo>
                    <a:lnTo>
                      <a:pt x="3857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1" name="Shape"/>
              <p:cNvSpPr/>
              <p:nvPr/>
            </p:nvSpPr>
            <p:spPr>
              <a:xfrm>
                <a:off x="465137" y="617537"/>
                <a:ext cx="87313" cy="76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996" y="20250"/>
                    </a:lnTo>
                    <a:lnTo>
                      <a:pt x="18851" y="14400"/>
                    </a:lnTo>
                    <a:lnTo>
                      <a:pt x="19636" y="8550"/>
                    </a:lnTo>
                    <a:lnTo>
                      <a:pt x="21600" y="0"/>
                    </a:lnTo>
                    <a:lnTo>
                      <a:pt x="16887" y="1035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2" name="Shape"/>
              <p:cNvSpPr/>
              <p:nvPr/>
            </p:nvSpPr>
            <p:spPr>
              <a:xfrm>
                <a:off x="60325" y="676275"/>
                <a:ext cx="130175" cy="90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634" y="0"/>
                    </a:moveTo>
                    <a:lnTo>
                      <a:pt x="8166" y="9095"/>
                    </a:lnTo>
                    <a:lnTo>
                      <a:pt x="12117" y="14400"/>
                    </a:lnTo>
                    <a:lnTo>
                      <a:pt x="18702" y="19705"/>
                    </a:lnTo>
                    <a:lnTo>
                      <a:pt x="21600" y="21600"/>
                    </a:lnTo>
                    <a:lnTo>
                      <a:pt x="18176" y="21600"/>
                    </a:lnTo>
                    <a:lnTo>
                      <a:pt x="12644" y="21600"/>
                    </a:lnTo>
                    <a:lnTo>
                      <a:pt x="0" y="18947"/>
                    </a:lnTo>
                    <a:lnTo>
                      <a:pt x="9220" y="18947"/>
                    </a:lnTo>
                    <a:lnTo>
                      <a:pt x="12117" y="18568"/>
                    </a:lnTo>
                    <a:lnTo>
                      <a:pt x="6585" y="12505"/>
                    </a:lnTo>
                    <a:lnTo>
                      <a:pt x="2634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28" name="Group"/>
            <p:cNvGrpSpPr/>
            <p:nvPr/>
          </p:nvGrpSpPr>
          <p:grpSpPr>
            <a:xfrm>
              <a:off x="0" y="360362"/>
              <a:ext cx="950913" cy="752476"/>
              <a:chOff x="0" y="0"/>
              <a:chExt cx="950912" cy="752475"/>
            </a:xfrm>
          </p:grpSpPr>
          <p:sp>
            <p:nvSpPr>
              <p:cNvPr id="414" name="Shape"/>
              <p:cNvSpPr/>
              <p:nvPr/>
            </p:nvSpPr>
            <p:spPr>
              <a:xfrm>
                <a:off x="0" y="0"/>
                <a:ext cx="950913" cy="752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44" y="2734"/>
                    </a:moveTo>
                    <a:lnTo>
                      <a:pt x="5697" y="2233"/>
                    </a:lnTo>
                    <a:lnTo>
                      <a:pt x="7392" y="1868"/>
                    </a:lnTo>
                    <a:lnTo>
                      <a:pt x="9376" y="410"/>
                    </a:lnTo>
                    <a:lnTo>
                      <a:pt x="10638" y="91"/>
                    </a:lnTo>
                    <a:lnTo>
                      <a:pt x="12152" y="0"/>
                    </a:lnTo>
                    <a:lnTo>
                      <a:pt x="14027" y="228"/>
                    </a:lnTo>
                    <a:lnTo>
                      <a:pt x="15830" y="1686"/>
                    </a:lnTo>
                    <a:lnTo>
                      <a:pt x="17994" y="2506"/>
                    </a:lnTo>
                    <a:lnTo>
                      <a:pt x="18968" y="3281"/>
                    </a:lnTo>
                    <a:lnTo>
                      <a:pt x="19220" y="4192"/>
                    </a:lnTo>
                    <a:lnTo>
                      <a:pt x="19941" y="5787"/>
                    </a:lnTo>
                    <a:lnTo>
                      <a:pt x="20807" y="7337"/>
                    </a:lnTo>
                    <a:lnTo>
                      <a:pt x="21348" y="9980"/>
                    </a:lnTo>
                    <a:lnTo>
                      <a:pt x="21600" y="11985"/>
                    </a:lnTo>
                    <a:lnTo>
                      <a:pt x="21384" y="14035"/>
                    </a:lnTo>
                    <a:lnTo>
                      <a:pt x="20482" y="14947"/>
                    </a:lnTo>
                    <a:lnTo>
                      <a:pt x="18355" y="14127"/>
                    </a:lnTo>
                    <a:lnTo>
                      <a:pt x="18138" y="15175"/>
                    </a:lnTo>
                    <a:lnTo>
                      <a:pt x="18355" y="16815"/>
                    </a:lnTo>
                    <a:lnTo>
                      <a:pt x="18679" y="18000"/>
                    </a:lnTo>
                    <a:lnTo>
                      <a:pt x="18355" y="19276"/>
                    </a:lnTo>
                    <a:lnTo>
                      <a:pt x="17417" y="20096"/>
                    </a:lnTo>
                    <a:lnTo>
                      <a:pt x="15903" y="20825"/>
                    </a:lnTo>
                    <a:lnTo>
                      <a:pt x="13595" y="21281"/>
                    </a:lnTo>
                    <a:lnTo>
                      <a:pt x="11611" y="21600"/>
                    </a:lnTo>
                    <a:lnTo>
                      <a:pt x="9123" y="21554"/>
                    </a:lnTo>
                    <a:lnTo>
                      <a:pt x="6130" y="20871"/>
                    </a:lnTo>
                    <a:lnTo>
                      <a:pt x="5842" y="19732"/>
                    </a:lnTo>
                    <a:lnTo>
                      <a:pt x="6058" y="18547"/>
                    </a:lnTo>
                    <a:lnTo>
                      <a:pt x="6058" y="16633"/>
                    </a:lnTo>
                    <a:lnTo>
                      <a:pt x="5914" y="14035"/>
                    </a:lnTo>
                    <a:lnTo>
                      <a:pt x="4255" y="16451"/>
                    </a:lnTo>
                    <a:lnTo>
                      <a:pt x="2741" y="16906"/>
                    </a:lnTo>
                    <a:lnTo>
                      <a:pt x="1587" y="17271"/>
                    </a:lnTo>
                    <a:lnTo>
                      <a:pt x="577" y="16678"/>
                    </a:lnTo>
                    <a:lnTo>
                      <a:pt x="0" y="15220"/>
                    </a:lnTo>
                    <a:lnTo>
                      <a:pt x="36" y="13215"/>
                    </a:lnTo>
                    <a:lnTo>
                      <a:pt x="938" y="12122"/>
                    </a:lnTo>
                    <a:lnTo>
                      <a:pt x="1803" y="10435"/>
                    </a:lnTo>
                    <a:lnTo>
                      <a:pt x="2813" y="7154"/>
                    </a:lnTo>
                    <a:lnTo>
                      <a:pt x="3245" y="5605"/>
                    </a:lnTo>
                    <a:lnTo>
                      <a:pt x="3606" y="4238"/>
                    </a:lnTo>
                    <a:lnTo>
                      <a:pt x="4544" y="2734"/>
                    </a:lnTo>
                  </a:path>
                </a:pathLst>
              </a:custGeom>
              <a:solidFill>
                <a:srgbClr val="942193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5" name="Shape"/>
              <p:cNvSpPr/>
              <p:nvPr/>
            </p:nvSpPr>
            <p:spPr>
              <a:xfrm>
                <a:off x="15875" y="11112"/>
                <a:ext cx="919163" cy="711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75" y="2025"/>
                    </a:moveTo>
                    <a:lnTo>
                      <a:pt x="5409" y="2411"/>
                    </a:lnTo>
                    <a:lnTo>
                      <a:pt x="4477" y="2941"/>
                    </a:lnTo>
                    <a:lnTo>
                      <a:pt x="3731" y="4098"/>
                    </a:lnTo>
                    <a:lnTo>
                      <a:pt x="3507" y="5111"/>
                    </a:lnTo>
                    <a:lnTo>
                      <a:pt x="2873" y="7039"/>
                    </a:lnTo>
                    <a:lnTo>
                      <a:pt x="1865" y="11186"/>
                    </a:lnTo>
                    <a:lnTo>
                      <a:pt x="1194" y="12198"/>
                    </a:lnTo>
                    <a:lnTo>
                      <a:pt x="1045" y="13355"/>
                    </a:lnTo>
                    <a:lnTo>
                      <a:pt x="1119" y="14561"/>
                    </a:lnTo>
                    <a:lnTo>
                      <a:pt x="821" y="13211"/>
                    </a:lnTo>
                    <a:lnTo>
                      <a:pt x="895" y="12536"/>
                    </a:lnTo>
                    <a:lnTo>
                      <a:pt x="298" y="13355"/>
                    </a:lnTo>
                    <a:lnTo>
                      <a:pt x="0" y="14127"/>
                    </a:lnTo>
                    <a:lnTo>
                      <a:pt x="75" y="15573"/>
                    </a:lnTo>
                    <a:lnTo>
                      <a:pt x="597" y="16827"/>
                    </a:lnTo>
                    <a:lnTo>
                      <a:pt x="1268" y="17068"/>
                    </a:lnTo>
                    <a:lnTo>
                      <a:pt x="3059" y="16875"/>
                    </a:lnTo>
                    <a:lnTo>
                      <a:pt x="3731" y="16489"/>
                    </a:lnTo>
                    <a:lnTo>
                      <a:pt x="4738" y="15139"/>
                    </a:lnTo>
                    <a:lnTo>
                      <a:pt x="5484" y="14030"/>
                    </a:lnTo>
                    <a:lnTo>
                      <a:pt x="4701" y="11861"/>
                    </a:lnTo>
                    <a:lnTo>
                      <a:pt x="4290" y="10414"/>
                    </a:lnTo>
                    <a:lnTo>
                      <a:pt x="4253" y="7377"/>
                    </a:lnTo>
                    <a:lnTo>
                      <a:pt x="4402" y="6220"/>
                    </a:lnTo>
                    <a:lnTo>
                      <a:pt x="4514" y="8148"/>
                    </a:lnTo>
                    <a:lnTo>
                      <a:pt x="4514" y="10077"/>
                    </a:lnTo>
                    <a:lnTo>
                      <a:pt x="5036" y="11716"/>
                    </a:lnTo>
                    <a:lnTo>
                      <a:pt x="5708" y="13789"/>
                    </a:lnTo>
                    <a:lnTo>
                      <a:pt x="5596" y="11764"/>
                    </a:lnTo>
                    <a:lnTo>
                      <a:pt x="5260" y="9402"/>
                    </a:lnTo>
                    <a:lnTo>
                      <a:pt x="5372" y="7907"/>
                    </a:lnTo>
                    <a:lnTo>
                      <a:pt x="5596" y="6220"/>
                    </a:lnTo>
                    <a:lnTo>
                      <a:pt x="5596" y="8582"/>
                    </a:lnTo>
                    <a:lnTo>
                      <a:pt x="5633" y="10752"/>
                    </a:lnTo>
                    <a:lnTo>
                      <a:pt x="5708" y="11764"/>
                    </a:lnTo>
                    <a:lnTo>
                      <a:pt x="6006" y="9498"/>
                    </a:lnTo>
                    <a:lnTo>
                      <a:pt x="6454" y="7570"/>
                    </a:lnTo>
                    <a:lnTo>
                      <a:pt x="6305" y="9739"/>
                    </a:lnTo>
                    <a:lnTo>
                      <a:pt x="6081" y="11427"/>
                    </a:lnTo>
                    <a:lnTo>
                      <a:pt x="5932" y="12873"/>
                    </a:lnTo>
                    <a:lnTo>
                      <a:pt x="6081" y="14223"/>
                    </a:lnTo>
                    <a:lnTo>
                      <a:pt x="6155" y="15959"/>
                    </a:lnTo>
                    <a:lnTo>
                      <a:pt x="6155" y="17502"/>
                    </a:lnTo>
                    <a:lnTo>
                      <a:pt x="6006" y="18755"/>
                    </a:lnTo>
                    <a:lnTo>
                      <a:pt x="7013" y="17743"/>
                    </a:lnTo>
                    <a:lnTo>
                      <a:pt x="8021" y="15718"/>
                    </a:lnTo>
                    <a:lnTo>
                      <a:pt x="9140" y="13596"/>
                    </a:lnTo>
                    <a:lnTo>
                      <a:pt x="8394" y="15863"/>
                    </a:lnTo>
                    <a:lnTo>
                      <a:pt x="7349" y="18225"/>
                    </a:lnTo>
                    <a:lnTo>
                      <a:pt x="6379" y="19093"/>
                    </a:lnTo>
                    <a:lnTo>
                      <a:pt x="6006" y="19575"/>
                    </a:lnTo>
                    <a:lnTo>
                      <a:pt x="6081" y="20588"/>
                    </a:lnTo>
                    <a:lnTo>
                      <a:pt x="6902" y="21455"/>
                    </a:lnTo>
                    <a:lnTo>
                      <a:pt x="8021" y="21118"/>
                    </a:lnTo>
                    <a:lnTo>
                      <a:pt x="9065" y="20588"/>
                    </a:lnTo>
                    <a:lnTo>
                      <a:pt x="10408" y="18466"/>
                    </a:lnTo>
                    <a:lnTo>
                      <a:pt x="9588" y="20491"/>
                    </a:lnTo>
                    <a:lnTo>
                      <a:pt x="8319" y="21455"/>
                    </a:lnTo>
                    <a:lnTo>
                      <a:pt x="9438" y="21600"/>
                    </a:lnTo>
                    <a:lnTo>
                      <a:pt x="12311" y="21455"/>
                    </a:lnTo>
                    <a:lnTo>
                      <a:pt x="12982" y="20925"/>
                    </a:lnTo>
                    <a:lnTo>
                      <a:pt x="13393" y="20105"/>
                    </a:lnTo>
                    <a:lnTo>
                      <a:pt x="13281" y="18080"/>
                    </a:lnTo>
                    <a:lnTo>
                      <a:pt x="13281" y="16489"/>
                    </a:lnTo>
                    <a:lnTo>
                      <a:pt x="13840" y="13982"/>
                    </a:lnTo>
                    <a:lnTo>
                      <a:pt x="14848" y="12343"/>
                    </a:lnTo>
                    <a:lnTo>
                      <a:pt x="14102" y="14030"/>
                    </a:lnTo>
                    <a:lnTo>
                      <a:pt x="13728" y="15814"/>
                    </a:lnTo>
                    <a:lnTo>
                      <a:pt x="13654" y="16971"/>
                    </a:lnTo>
                    <a:lnTo>
                      <a:pt x="13654" y="18418"/>
                    </a:lnTo>
                    <a:lnTo>
                      <a:pt x="13654" y="19430"/>
                    </a:lnTo>
                    <a:lnTo>
                      <a:pt x="13654" y="20443"/>
                    </a:lnTo>
                    <a:lnTo>
                      <a:pt x="13094" y="21359"/>
                    </a:lnTo>
                    <a:lnTo>
                      <a:pt x="14624" y="21359"/>
                    </a:lnTo>
                    <a:lnTo>
                      <a:pt x="16041" y="20588"/>
                    </a:lnTo>
                    <a:lnTo>
                      <a:pt x="16489" y="19913"/>
                    </a:lnTo>
                    <a:lnTo>
                      <a:pt x="16713" y="17984"/>
                    </a:lnTo>
                    <a:lnTo>
                      <a:pt x="16564" y="16152"/>
                    </a:lnTo>
                    <a:lnTo>
                      <a:pt x="16564" y="15718"/>
                    </a:lnTo>
                    <a:lnTo>
                      <a:pt x="16788" y="14705"/>
                    </a:lnTo>
                    <a:lnTo>
                      <a:pt x="16788" y="16296"/>
                    </a:lnTo>
                    <a:lnTo>
                      <a:pt x="17011" y="17309"/>
                    </a:lnTo>
                    <a:lnTo>
                      <a:pt x="16937" y="18659"/>
                    </a:lnTo>
                    <a:lnTo>
                      <a:pt x="16788" y="19768"/>
                    </a:lnTo>
                    <a:lnTo>
                      <a:pt x="16489" y="20588"/>
                    </a:lnTo>
                    <a:lnTo>
                      <a:pt x="17384" y="19816"/>
                    </a:lnTo>
                    <a:lnTo>
                      <a:pt x="18056" y="19238"/>
                    </a:lnTo>
                    <a:lnTo>
                      <a:pt x="18354" y="19238"/>
                    </a:lnTo>
                    <a:lnTo>
                      <a:pt x="18504" y="18321"/>
                    </a:lnTo>
                    <a:lnTo>
                      <a:pt x="17758" y="17213"/>
                    </a:lnTo>
                    <a:lnTo>
                      <a:pt x="17310" y="16152"/>
                    </a:lnTo>
                    <a:lnTo>
                      <a:pt x="17907" y="16971"/>
                    </a:lnTo>
                    <a:lnTo>
                      <a:pt x="18168" y="17598"/>
                    </a:lnTo>
                    <a:lnTo>
                      <a:pt x="17758" y="16489"/>
                    </a:lnTo>
                    <a:lnTo>
                      <a:pt x="17534" y="15139"/>
                    </a:lnTo>
                    <a:lnTo>
                      <a:pt x="17459" y="14320"/>
                    </a:lnTo>
                    <a:lnTo>
                      <a:pt x="17832" y="15236"/>
                    </a:lnTo>
                    <a:lnTo>
                      <a:pt x="18056" y="16875"/>
                    </a:lnTo>
                    <a:lnTo>
                      <a:pt x="18056" y="14802"/>
                    </a:lnTo>
                    <a:lnTo>
                      <a:pt x="18168" y="14368"/>
                    </a:lnTo>
                    <a:lnTo>
                      <a:pt x="17907" y="13452"/>
                    </a:lnTo>
                    <a:lnTo>
                      <a:pt x="17459" y="12102"/>
                    </a:lnTo>
                    <a:lnTo>
                      <a:pt x="17011" y="9980"/>
                    </a:lnTo>
                    <a:lnTo>
                      <a:pt x="17459" y="11089"/>
                    </a:lnTo>
                    <a:lnTo>
                      <a:pt x="17981" y="13114"/>
                    </a:lnTo>
                    <a:lnTo>
                      <a:pt x="18392" y="14127"/>
                    </a:lnTo>
                    <a:lnTo>
                      <a:pt x="18504" y="12777"/>
                    </a:lnTo>
                    <a:lnTo>
                      <a:pt x="18168" y="11089"/>
                    </a:lnTo>
                    <a:lnTo>
                      <a:pt x="17758" y="9595"/>
                    </a:lnTo>
                    <a:lnTo>
                      <a:pt x="17310" y="8245"/>
                    </a:lnTo>
                    <a:lnTo>
                      <a:pt x="16862" y="6798"/>
                    </a:lnTo>
                    <a:lnTo>
                      <a:pt x="17459" y="7907"/>
                    </a:lnTo>
                    <a:lnTo>
                      <a:pt x="17981" y="9161"/>
                    </a:lnTo>
                    <a:lnTo>
                      <a:pt x="18131" y="9836"/>
                    </a:lnTo>
                    <a:lnTo>
                      <a:pt x="18392" y="11330"/>
                    </a:lnTo>
                    <a:lnTo>
                      <a:pt x="18951" y="12439"/>
                    </a:lnTo>
                    <a:lnTo>
                      <a:pt x="20145" y="13355"/>
                    </a:lnTo>
                    <a:lnTo>
                      <a:pt x="19175" y="13018"/>
                    </a:lnTo>
                    <a:lnTo>
                      <a:pt x="18727" y="12680"/>
                    </a:lnTo>
                    <a:lnTo>
                      <a:pt x="18578" y="14127"/>
                    </a:lnTo>
                    <a:lnTo>
                      <a:pt x="19809" y="14368"/>
                    </a:lnTo>
                    <a:lnTo>
                      <a:pt x="20444" y="14802"/>
                    </a:lnTo>
                    <a:lnTo>
                      <a:pt x="21376" y="14223"/>
                    </a:lnTo>
                    <a:lnTo>
                      <a:pt x="21600" y="12584"/>
                    </a:lnTo>
                    <a:lnTo>
                      <a:pt x="21451" y="11764"/>
                    </a:lnTo>
                    <a:lnTo>
                      <a:pt x="21376" y="10993"/>
                    </a:lnTo>
                    <a:lnTo>
                      <a:pt x="21227" y="9498"/>
                    </a:lnTo>
                    <a:lnTo>
                      <a:pt x="20779" y="7570"/>
                    </a:lnTo>
                    <a:lnTo>
                      <a:pt x="20481" y="7329"/>
                    </a:lnTo>
                    <a:lnTo>
                      <a:pt x="20033" y="6268"/>
                    </a:lnTo>
                    <a:lnTo>
                      <a:pt x="19585" y="5448"/>
                    </a:lnTo>
                    <a:lnTo>
                      <a:pt x="19101" y="4291"/>
                    </a:lnTo>
                    <a:lnTo>
                      <a:pt x="18839" y="3423"/>
                    </a:lnTo>
                    <a:lnTo>
                      <a:pt x="17907" y="2604"/>
                    </a:lnTo>
                    <a:lnTo>
                      <a:pt x="16862" y="2121"/>
                    </a:lnTo>
                    <a:lnTo>
                      <a:pt x="15370" y="1687"/>
                    </a:lnTo>
                    <a:lnTo>
                      <a:pt x="14922" y="1157"/>
                    </a:lnTo>
                    <a:lnTo>
                      <a:pt x="14064" y="868"/>
                    </a:lnTo>
                    <a:lnTo>
                      <a:pt x="12460" y="771"/>
                    </a:lnTo>
                    <a:lnTo>
                      <a:pt x="10334" y="868"/>
                    </a:lnTo>
                    <a:lnTo>
                      <a:pt x="14064" y="241"/>
                    </a:lnTo>
                    <a:lnTo>
                      <a:pt x="13654" y="0"/>
                    </a:lnTo>
                    <a:lnTo>
                      <a:pt x="11901" y="96"/>
                    </a:lnTo>
                    <a:lnTo>
                      <a:pt x="10483" y="0"/>
                    </a:lnTo>
                    <a:lnTo>
                      <a:pt x="9588" y="241"/>
                    </a:lnTo>
                    <a:lnTo>
                      <a:pt x="9065" y="579"/>
                    </a:lnTo>
                    <a:lnTo>
                      <a:pt x="8394" y="1254"/>
                    </a:lnTo>
                    <a:lnTo>
                      <a:pt x="7275" y="2025"/>
                    </a:lnTo>
                  </a:path>
                </a:pathLst>
              </a:custGeom>
              <a:solidFill>
                <a:srgbClr val="CE31CC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6" name="Shape"/>
              <p:cNvSpPr/>
              <p:nvPr/>
            </p:nvSpPr>
            <p:spPr>
              <a:xfrm>
                <a:off x="461962" y="134937"/>
                <a:ext cx="80963" cy="309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329" y="0"/>
                    </a:moveTo>
                    <a:lnTo>
                      <a:pt x="16941" y="7422"/>
                    </a:lnTo>
                    <a:lnTo>
                      <a:pt x="12282" y="14289"/>
                    </a:lnTo>
                    <a:lnTo>
                      <a:pt x="0" y="21600"/>
                    </a:lnTo>
                    <a:lnTo>
                      <a:pt x="13976" y="15618"/>
                    </a:lnTo>
                    <a:lnTo>
                      <a:pt x="21176" y="10523"/>
                    </a:lnTo>
                    <a:lnTo>
                      <a:pt x="21600" y="6314"/>
                    </a:lnTo>
                    <a:lnTo>
                      <a:pt x="20329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7" name="Shape"/>
              <p:cNvSpPr/>
              <p:nvPr/>
            </p:nvSpPr>
            <p:spPr>
              <a:xfrm>
                <a:off x="311150" y="84137"/>
                <a:ext cx="107950" cy="357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059" y="5184"/>
                    </a:lnTo>
                    <a:lnTo>
                      <a:pt x="14294" y="12288"/>
                    </a:lnTo>
                    <a:lnTo>
                      <a:pt x="9529" y="16992"/>
                    </a:lnTo>
                    <a:lnTo>
                      <a:pt x="0" y="21600"/>
                    </a:lnTo>
                    <a:lnTo>
                      <a:pt x="13659" y="15744"/>
                    </a:lnTo>
                    <a:lnTo>
                      <a:pt x="18741" y="11136"/>
                    </a:lnTo>
                    <a:lnTo>
                      <a:pt x="19694" y="835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8" name="Shape"/>
              <p:cNvSpPr/>
              <p:nvPr/>
            </p:nvSpPr>
            <p:spPr>
              <a:xfrm>
                <a:off x="155575" y="407987"/>
                <a:ext cx="34925" cy="1365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636" y="8791"/>
                    </a:lnTo>
                    <a:lnTo>
                      <a:pt x="9818" y="18335"/>
                    </a:lnTo>
                    <a:lnTo>
                      <a:pt x="0" y="21600"/>
                    </a:lnTo>
                    <a:lnTo>
                      <a:pt x="9818" y="1306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19" name="Shape"/>
              <p:cNvSpPr/>
              <p:nvPr/>
            </p:nvSpPr>
            <p:spPr>
              <a:xfrm>
                <a:off x="111125" y="252412"/>
                <a:ext cx="28575" cy="2476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3200" y="6646"/>
                    </a:lnTo>
                    <a:lnTo>
                      <a:pt x="6000" y="13569"/>
                    </a:lnTo>
                    <a:lnTo>
                      <a:pt x="6000" y="17031"/>
                    </a:lnTo>
                    <a:lnTo>
                      <a:pt x="8400" y="21600"/>
                    </a:lnTo>
                    <a:lnTo>
                      <a:pt x="0" y="16338"/>
                    </a:lnTo>
                    <a:lnTo>
                      <a:pt x="0" y="11354"/>
                    </a:lnTo>
                    <a:lnTo>
                      <a:pt x="8400" y="7615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0" name="Shape"/>
              <p:cNvSpPr/>
              <p:nvPr/>
            </p:nvSpPr>
            <p:spPr>
              <a:xfrm>
                <a:off x="266700" y="100012"/>
                <a:ext cx="19050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6438"/>
                    </a:lnTo>
                    <a:lnTo>
                      <a:pt x="0" y="12462"/>
                    </a:lnTo>
                    <a:lnTo>
                      <a:pt x="0" y="21600"/>
                    </a:lnTo>
                    <a:lnTo>
                      <a:pt x="10800" y="11423"/>
                    </a:lnTo>
                    <a:lnTo>
                      <a:pt x="18000" y="6646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1" name="Shape"/>
              <p:cNvSpPr/>
              <p:nvPr/>
            </p:nvSpPr>
            <p:spPr>
              <a:xfrm>
                <a:off x="296862" y="184150"/>
                <a:ext cx="39688" cy="184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1232" y="12848"/>
                    </a:lnTo>
                    <a:lnTo>
                      <a:pt x="18144" y="6331"/>
                    </a:lnTo>
                    <a:lnTo>
                      <a:pt x="21600" y="0"/>
                    </a:lnTo>
                    <a:lnTo>
                      <a:pt x="21600" y="10055"/>
                    </a:lnTo>
                    <a:lnTo>
                      <a:pt x="13824" y="16572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2" name="Shape"/>
              <p:cNvSpPr/>
              <p:nvPr/>
            </p:nvSpPr>
            <p:spPr>
              <a:xfrm>
                <a:off x="285750" y="385762"/>
                <a:ext cx="107950" cy="158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6200" y="5184"/>
                    </a:lnTo>
                    <a:lnTo>
                      <a:pt x="9529" y="9936"/>
                    </a:lnTo>
                    <a:lnTo>
                      <a:pt x="3812" y="15768"/>
                    </a:lnTo>
                    <a:lnTo>
                      <a:pt x="0" y="21600"/>
                    </a:lnTo>
                    <a:lnTo>
                      <a:pt x="7941" y="14256"/>
                    </a:lnTo>
                    <a:lnTo>
                      <a:pt x="15565" y="7992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3" name="Shape"/>
              <p:cNvSpPr/>
              <p:nvPr/>
            </p:nvSpPr>
            <p:spPr>
              <a:xfrm>
                <a:off x="519112" y="234950"/>
                <a:ext cx="139701" cy="3905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5891" y="16068"/>
                    </a:lnTo>
                    <a:lnTo>
                      <a:pt x="8836" y="11854"/>
                    </a:lnTo>
                    <a:lnTo>
                      <a:pt x="14973" y="8517"/>
                    </a:lnTo>
                    <a:lnTo>
                      <a:pt x="21600" y="2985"/>
                    </a:lnTo>
                    <a:lnTo>
                      <a:pt x="21600" y="0"/>
                    </a:lnTo>
                    <a:lnTo>
                      <a:pt x="13255" y="7463"/>
                    </a:lnTo>
                    <a:lnTo>
                      <a:pt x="6382" y="12205"/>
                    </a:lnTo>
                    <a:lnTo>
                      <a:pt x="5645" y="15805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4" name="Shape"/>
              <p:cNvSpPr/>
              <p:nvPr/>
            </p:nvSpPr>
            <p:spPr>
              <a:xfrm>
                <a:off x="766762" y="157162"/>
                <a:ext cx="20638" cy="1635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646" y="0"/>
                    </a:moveTo>
                    <a:lnTo>
                      <a:pt x="9969" y="10695"/>
                    </a:lnTo>
                    <a:lnTo>
                      <a:pt x="19938" y="17406"/>
                    </a:lnTo>
                    <a:lnTo>
                      <a:pt x="21600" y="21600"/>
                    </a:lnTo>
                    <a:lnTo>
                      <a:pt x="6646" y="14680"/>
                    </a:lnTo>
                    <a:lnTo>
                      <a:pt x="0" y="8808"/>
                    </a:lnTo>
                    <a:lnTo>
                      <a:pt x="6646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5" name="Shape"/>
              <p:cNvSpPr/>
              <p:nvPr/>
            </p:nvSpPr>
            <p:spPr>
              <a:xfrm>
                <a:off x="801687" y="147637"/>
                <a:ext cx="53976" cy="2063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447" y="8474"/>
                    </a:lnTo>
                    <a:lnTo>
                      <a:pt x="11435" y="14455"/>
                    </a:lnTo>
                    <a:lnTo>
                      <a:pt x="21600" y="21600"/>
                    </a:lnTo>
                    <a:lnTo>
                      <a:pt x="11435" y="10468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6" name="Shape"/>
              <p:cNvSpPr/>
              <p:nvPr/>
            </p:nvSpPr>
            <p:spPr>
              <a:xfrm>
                <a:off x="808037" y="377825"/>
                <a:ext cx="50801" cy="26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3500" y="21600"/>
                    </a:lnTo>
                    <a:lnTo>
                      <a:pt x="21600" y="17788"/>
                    </a:lnTo>
                    <a:lnTo>
                      <a:pt x="14175" y="762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27" name="Shape"/>
              <p:cNvSpPr/>
              <p:nvPr/>
            </p:nvSpPr>
            <p:spPr>
              <a:xfrm>
                <a:off x="604837" y="58737"/>
                <a:ext cx="25401" cy="177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12150" y="9064"/>
                    </a:lnTo>
                    <a:lnTo>
                      <a:pt x="9450" y="15429"/>
                    </a:lnTo>
                    <a:lnTo>
                      <a:pt x="0" y="21600"/>
                    </a:lnTo>
                    <a:lnTo>
                      <a:pt x="18900" y="12150"/>
                    </a:lnTo>
                    <a:lnTo>
                      <a:pt x="21600" y="6750"/>
                    </a:lnTo>
                    <a:lnTo>
                      <a:pt x="10800" y="0"/>
                    </a:lnTo>
                  </a:path>
                </a:pathLst>
              </a:custGeom>
              <a:solidFill>
                <a:srgbClr val="9421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  <p:grpSp>
        <p:nvGrpSpPr>
          <p:cNvPr id="486" name="Group"/>
          <p:cNvGrpSpPr/>
          <p:nvPr/>
        </p:nvGrpSpPr>
        <p:grpSpPr>
          <a:xfrm>
            <a:off x="3105150" y="3295650"/>
            <a:ext cx="1046163" cy="2547938"/>
            <a:chOff x="0" y="0"/>
            <a:chExt cx="1046162" cy="2547937"/>
          </a:xfrm>
        </p:grpSpPr>
        <p:grpSp>
          <p:nvGrpSpPr>
            <p:cNvPr id="434" name="Group"/>
            <p:cNvGrpSpPr/>
            <p:nvPr/>
          </p:nvGrpSpPr>
          <p:grpSpPr>
            <a:xfrm>
              <a:off x="576262" y="2279650"/>
              <a:ext cx="185738" cy="223838"/>
              <a:chOff x="0" y="0"/>
              <a:chExt cx="185737" cy="223837"/>
            </a:xfrm>
          </p:grpSpPr>
          <p:sp>
            <p:nvSpPr>
              <p:cNvPr id="430" name="Shape"/>
              <p:cNvSpPr/>
              <p:nvPr/>
            </p:nvSpPr>
            <p:spPr>
              <a:xfrm>
                <a:off x="0" y="57150"/>
                <a:ext cx="185738" cy="166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1029"/>
                    </a:moveTo>
                    <a:lnTo>
                      <a:pt x="1477" y="8434"/>
                    </a:lnTo>
                    <a:lnTo>
                      <a:pt x="0" y="12137"/>
                    </a:lnTo>
                    <a:lnTo>
                      <a:pt x="1477" y="16046"/>
                    </a:lnTo>
                    <a:lnTo>
                      <a:pt x="1477" y="18720"/>
                    </a:lnTo>
                    <a:lnTo>
                      <a:pt x="3138" y="20571"/>
                    </a:lnTo>
                    <a:lnTo>
                      <a:pt x="8123" y="21189"/>
                    </a:lnTo>
                    <a:lnTo>
                      <a:pt x="12000" y="21600"/>
                    </a:lnTo>
                    <a:lnTo>
                      <a:pt x="16246" y="20777"/>
                    </a:lnTo>
                    <a:lnTo>
                      <a:pt x="19385" y="18720"/>
                    </a:lnTo>
                    <a:lnTo>
                      <a:pt x="19938" y="16046"/>
                    </a:lnTo>
                    <a:lnTo>
                      <a:pt x="21600" y="12343"/>
                    </a:lnTo>
                    <a:lnTo>
                      <a:pt x="20308" y="8023"/>
                    </a:lnTo>
                    <a:lnTo>
                      <a:pt x="18646" y="0"/>
                    </a:lnTo>
                    <a:lnTo>
                      <a:pt x="2400" y="1029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1" name="Shape"/>
              <p:cNvSpPr/>
              <p:nvPr/>
            </p:nvSpPr>
            <p:spPr>
              <a:xfrm>
                <a:off x="50800" y="0"/>
                <a:ext cx="133350" cy="58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4657" y="10508"/>
                    </a:lnTo>
                    <a:lnTo>
                      <a:pt x="6943" y="18097"/>
                    </a:lnTo>
                    <a:lnTo>
                      <a:pt x="0" y="18681"/>
                    </a:lnTo>
                    <a:lnTo>
                      <a:pt x="8486" y="21600"/>
                    </a:lnTo>
                    <a:lnTo>
                      <a:pt x="14657" y="18681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2" name="Shape"/>
              <p:cNvSpPr/>
              <p:nvPr/>
            </p:nvSpPr>
            <p:spPr>
              <a:xfrm>
                <a:off x="22225" y="184150"/>
                <a:ext cx="136525" cy="222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251" y="0"/>
                    </a:lnTo>
                    <a:lnTo>
                      <a:pt x="6530" y="6171"/>
                    </a:lnTo>
                    <a:lnTo>
                      <a:pt x="13563" y="6171"/>
                    </a:lnTo>
                    <a:lnTo>
                      <a:pt x="21600" y="0"/>
                    </a:lnTo>
                    <a:lnTo>
                      <a:pt x="20847" y="7714"/>
                    </a:lnTo>
                    <a:lnTo>
                      <a:pt x="16828" y="18514"/>
                    </a:lnTo>
                    <a:lnTo>
                      <a:pt x="12056" y="21600"/>
                    </a:lnTo>
                    <a:lnTo>
                      <a:pt x="8288" y="20057"/>
                    </a:lnTo>
                    <a:lnTo>
                      <a:pt x="4270" y="18514"/>
                    </a:lnTo>
                    <a:lnTo>
                      <a:pt x="0" y="108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3" name="Shape"/>
              <p:cNvSpPr/>
              <p:nvPr/>
            </p:nvSpPr>
            <p:spPr>
              <a:xfrm>
                <a:off x="30162" y="115887"/>
                <a:ext cx="136526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912"/>
                    </a:moveTo>
                    <a:lnTo>
                      <a:pt x="7535" y="21600"/>
                    </a:lnTo>
                    <a:lnTo>
                      <a:pt x="15572" y="21073"/>
                    </a:lnTo>
                    <a:lnTo>
                      <a:pt x="20093" y="17912"/>
                    </a:lnTo>
                    <a:lnTo>
                      <a:pt x="21600" y="14224"/>
                    </a:lnTo>
                    <a:lnTo>
                      <a:pt x="20847" y="6849"/>
                    </a:lnTo>
                    <a:lnTo>
                      <a:pt x="18586" y="527"/>
                    </a:lnTo>
                    <a:lnTo>
                      <a:pt x="16074" y="1580"/>
                    </a:lnTo>
                    <a:lnTo>
                      <a:pt x="9795" y="1580"/>
                    </a:lnTo>
                    <a:lnTo>
                      <a:pt x="2512" y="0"/>
                    </a:lnTo>
                    <a:lnTo>
                      <a:pt x="502" y="4215"/>
                    </a:lnTo>
                    <a:lnTo>
                      <a:pt x="0" y="17912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41" name="Group"/>
            <p:cNvGrpSpPr/>
            <p:nvPr/>
          </p:nvGrpSpPr>
          <p:grpSpPr>
            <a:xfrm>
              <a:off x="136525" y="2355850"/>
              <a:ext cx="371475" cy="192088"/>
              <a:chOff x="0" y="0"/>
              <a:chExt cx="371475" cy="192087"/>
            </a:xfrm>
          </p:grpSpPr>
          <p:sp>
            <p:nvSpPr>
              <p:cNvPr id="435" name="Shape"/>
              <p:cNvSpPr/>
              <p:nvPr/>
            </p:nvSpPr>
            <p:spPr>
              <a:xfrm>
                <a:off x="0" y="0"/>
                <a:ext cx="371475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569" y="2856"/>
                    </a:moveTo>
                    <a:lnTo>
                      <a:pt x="21415" y="11960"/>
                    </a:lnTo>
                    <a:lnTo>
                      <a:pt x="21415" y="15709"/>
                    </a:lnTo>
                    <a:lnTo>
                      <a:pt x="21600" y="18565"/>
                    </a:lnTo>
                    <a:lnTo>
                      <a:pt x="19662" y="20707"/>
                    </a:lnTo>
                    <a:lnTo>
                      <a:pt x="17908" y="21064"/>
                    </a:lnTo>
                    <a:lnTo>
                      <a:pt x="14862" y="21600"/>
                    </a:lnTo>
                    <a:lnTo>
                      <a:pt x="11815" y="21064"/>
                    </a:lnTo>
                    <a:lnTo>
                      <a:pt x="10523" y="18744"/>
                    </a:lnTo>
                    <a:lnTo>
                      <a:pt x="9138" y="16959"/>
                    </a:lnTo>
                    <a:lnTo>
                      <a:pt x="5077" y="15174"/>
                    </a:lnTo>
                    <a:lnTo>
                      <a:pt x="3046" y="14281"/>
                    </a:lnTo>
                    <a:lnTo>
                      <a:pt x="1569" y="12496"/>
                    </a:lnTo>
                    <a:lnTo>
                      <a:pt x="0" y="9818"/>
                    </a:lnTo>
                    <a:lnTo>
                      <a:pt x="369" y="6605"/>
                    </a:lnTo>
                    <a:lnTo>
                      <a:pt x="1569" y="4998"/>
                    </a:lnTo>
                    <a:lnTo>
                      <a:pt x="3231" y="4463"/>
                    </a:lnTo>
                    <a:lnTo>
                      <a:pt x="7938" y="4106"/>
                    </a:lnTo>
                    <a:lnTo>
                      <a:pt x="11631" y="0"/>
                    </a:lnTo>
                    <a:lnTo>
                      <a:pt x="17262" y="1607"/>
                    </a:lnTo>
                    <a:lnTo>
                      <a:pt x="19569" y="2856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6" name="Shape"/>
              <p:cNvSpPr/>
              <p:nvPr/>
            </p:nvSpPr>
            <p:spPr>
              <a:xfrm>
                <a:off x="20637" y="49212"/>
                <a:ext cx="57151" cy="23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40"/>
                    </a:moveTo>
                    <a:lnTo>
                      <a:pt x="15000" y="10080"/>
                    </a:lnTo>
                    <a:lnTo>
                      <a:pt x="11400" y="21600"/>
                    </a:lnTo>
                    <a:lnTo>
                      <a:pt x="0" y="10080"/>
                    </a:lnTo>
                    <a:lnTo>
                      <a:pt x="3600" y="4320"/>
                    </a:lnTo>
                    <a:lnTo>
                      <a:pt x="9600" y="0"/>
                    </a:lnTo>
                    <a:lnTo>
                      <a:pt x="21600" y="144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7" name="Shape"/>
              <p:cNvSpPr/>
              <p:nvPr/>
            </p:nvSpPr>
            <p:spPr>
              <a:xfrm>
                <a:off x="12700" y="69850"/>
                <a:ext cx="334963" cy="1063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12" y="0"/>
                    </a:moveTo>
                    <a:lnTo>
                      <a:pt x="2457" y="3224"/>
                    </a:lnTo>
                    <a:lnTo>
                      <a:pt x="4300" y="5481"/>
                    </a:lnTo>
                    <a:lnTo>
                      <a:pt x="6245" y="6770"/>
                    </a:lnTo>
                    <a:lnTo>
                      <a:pt x="8804" y="9027"/>
                    </a:lnTo>
                    <a:lnTo>
                      <a:pt x="10339" y="12896"/>
                    </a:lnTo>
                    <a:lnTo>
                      <a:pt x="12489" y="16119"/>
                    </a:lnTo>
                    <a:lnTo>
                      <a:pt x="15663" y="17731"/>
                    </a:lnTo>
                    <a:lnTo>
                      <a:pt x="19348" y="17409"/>
                    </a:lnTo>
                    <a:lnTo>
                      <a:pt x="21600" y="15475"/>
                    </a:lnTo>
                    <a:lnTo>
                      <a:pt x="21600" y="18376"/>
                    </a:lnTo>
                    <a:lnTo>
                      <a:pt x="19860" y="21278"/>
                    </a:lnTo>
                    <a:lnTo>
                      <a:pt x="16482" y="21600"/>
                    </a:lnTo>
                    <a:lnTo>
                      <a:pt x="14127" y="21600"/>
                    </a:lnTo>
                    <a:lnTo>
                      <a:pt x="12796" y="21278"/>
                    </a:lnTo>
                    <a:lnTo>
                      <a:pt x="10237" y="15152"/>
                    </a:lnTo>
                    <a:lnTo>
                      <a:pt x="9111" y="13540"/>
                    </a:lnTo>
                    <a:lnTo>
                      <a:pt x="6859" y="12573"/>
                    </a:lnTo>
                    <a:lnTo>
                      <a:pt x="2764" y="9027"/>
                    </a:lnTo>
                    <a:lnTo>
                      <a:pt x="0" y="3546"/>
                    </a:lnTo>
                    <a:lnTo>
                      <a:pt x="512" y="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8" name="Shape"/>
              <p:cNvSpPr/>
              <p:nvPr/>
            </p:nvSpPr>
            <p:spPr>
              <a:xfrm>
                <a:off x="223837" y="71437"/>
                <a:ext cx="125413" cy="76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89" y="21600"/>
                    </a:moveTo>
                    <a:lnTo>
                      <a:pt x="13671" y="21600"/>
                    </a:lnTo>
                    <a:lnTo>
                      <a:pt x="19139" y="19350"/>
                    </a:lnTo>
                    <a:lnTo>
                      <a:pt x="20780" y="18000"/>
                    </a:lnTo>
                    <a:lnTo>
                      <a:pt x="21600" y="13050"/>
                    </a:lnTo>
                    <a:lnTo>
                      <a:pt x="21053" y="6750"/>
                    </a:lnTo>
                    <a:lnTo>
                      <a:pt x="19139" y="0"/>
                    </a:lnTo>
                    <a:lnTo>
                      <a:pt x="12851" y="1800"/>
                    </a:lnTo>
                    <a:lnTo>
                      <a:pt x="7109" y="2250"/>
                    </a:lnTo>
                    <a:lnTo>
                      <a:pt x="3281" y="6300"/>
                    </a:lnTo>
                    <a:lnTo>
                      <a:pt x="1641" y="12150"/>
                    </a:lnTo>
                    <a:lnTo>
                      <a:pt x="0" y="19350"/>
                    </a:lnTo>
                    <a:lnTo>
                      <a:pt x="6289" y="216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39" name="Shape"/>
              <p:cNvSpPr/>
              <p:nvPr/>
            </p:nvSpPr>
            <p:spPr>
              <a:xfrm>
                <a:off x="61912" y="49212"/>
                <a:ext cx="79376" cy="50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150"/>
                    </a:moveTo>
                    <a:lnTo>
                      <a:pt x="6048" y="2025"/>
                    </a:lnTo>
                    <a:lnTo>
                      <a:pt x="12960" y="2025"/>
                    </a:lnTo>
                    <a:lnTo>
                      <a:pt x="21600" y="0"/>
                    </a:lnTo>
                    <a:lnTo>
                      <a:pt x="17280" y="9450"/>
                    </a:lnTo>
                    <a:lnTo>
                      <a:pt x="19440" y="21600"/>
                    </a:lnTo>
                    <a:lnTo>
                      <a:pt x="4752" y="16200"/>
                    </a:lnTo>
                    <a:lnTo>
                      <a:pt x="0" y="1215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0" name="Oval"/>
              <p:cNvSpPr/>
              <p:nvPr/>
            </p:nvSpPr>
            <p:spPr>
              <a:xfrm>
                <a:off x="166687" y="66675"/>
                <a:ext cx="33338" cy="47625"/>
              </a:xfrm>
              <a:prstGeom prst="ellipse">
                <a:avLst/>
              </a:prstGeom>
              <a:solidFill>
                <a:srgbClr val="9411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46" name="Group"/>
            <p:cNvGrpSpPr/>
            <p:nvPr/>
          </p:nvGrpSpPr>
          <p:grpSpPr>
            <a:xfrm>
              <a:off x="422275" y="0"/>
              <a:ext cx="320675" cy="392113"/>
              <a:chOff x="0" y="0"/>
              <a:chExt cx="320675" cy="392112"/>
            </a:xfrm>
          </p:grpSpPr>
          <p:sp>
            <p:nvSpPr>
              <p:cNvPr id="442" name="Shape"/>
              <p:cNvSpPr/>
              <p:nvPr/>
            </p:nvSpPr>
            <p:spPr>
              <a:xfrm>
                <a:off x="9525" y="0"/>
                <a:ext cx="311150" cy="3921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2" y="21600"/>
                    </a:moveTo>
                    <a:lnTo>
                      <a:pt x="2645" y="20201"/>
                    </a:lnTo>
                    <a:lnTo>
                      <a:pt x="3306" y="18539"/>
                    </a:lnTo>
                    <a:lnTo>
                      <a:pt x="3196" y="16965"/>
                    </a:lnTo>
                    <a:lnTo>
                      <a:pt x="1212" y="16440"/>
                    </a:lnTo>
                    <a:lnTo>
                      <a:pt x="0" y="14517"/>
                    </a:lnTo>
                    <a:lnTo>
                      <a:pt x="220" y="12505"/>
                    </a:lnTo>
                    <a:lnTo>
                      <a:pt x="331" y="9969"/>
                    </a:lnTo>
                    <a:lnTo>
                      <a:pt x="661" y="8657"/>
                    </a:lnTo>
                    <a:lnTo>
                      <a:pt x="0" y="7521"/>
                    </a:lnTo>
                    <a:lnTo>
                      <a:pt x="220" y="6121"/>
                    </a:lnTo>
                    <a:lnTo>
                      <a:pt x="661" y="4985"/>
                    </a:lnTo>
                    <a:lnTo>
                      <a:pt x="220" y="3323"/>
                    </a:lnTo>
                    <a:lnTo>
                      <a:pt x="2094" y="2274"/>
                    </a:lnTo>
                    <a:lnTo>
                      <a:pt x="4518" y="1224"/>
                    </a:lnTo>
                    <a:lnTo>
                      <a:pt x="7053" y="612"/>
                    </a:lnTo>
                    <a:lnTo>
                      <a:pt x="10249" y="0"/>
                    </a:lnTo>
                    <a:lnTo>
                      <a:pt x="14106" y="262"/>
                    </a:lnTo>
                    <a:lnTo>
                      <a:pt x="17522" y="874"/>
                    </a:lnTo>
                    <a:lnTo>
                      <a:pt x="19727" y="2449"/>
                    </a:lnTo>
                    <a:lnTo>
                      <a:pt x="20829" y="4110"/>
                    </a:lnTo>
                    <a:lnTo>
                      <a:pt x="21380" y="6034"/>
                    </a:lnTo>
                    <a:lnTo>
                      <a:pt x="21600" y="8832"/>
                    </a:lnTo>
                    <a:lnTo>
                      <a:pt x="20829" y="10669"/>
                    </a:lnTo>
                    <a:lnTo>
                      <a:pt x="19947" y="11981"/>
                    </a:lnTo>
                    <a:lnTo>
                      <a:pt x="18735" y="13904"/>
                    </a:lnTo>
                    <a:lnTo>
                      <a:pt x="16751" y="15129"/>
                    </a:lnTo>
                    <a:lnTo>
                      <a:pt x="15759" y="16440"/>
                    </a:lnTo>
                    <a:lnTo>
                      <a:pt x="15759" y="17752"/>
                    </a:lnTo>
                    <a:lnTo>
                      <a:pt x="16310" y="19326"/>
                    </a:lnTo>
                    <a:lnTo>
                      <a:pt x="18184" y="21425"/>
                    </a:lnTo>
                    <a:lnTo>
                      <a:pt x="1212" y="21600"/>
                    </a:lnTo>
                  </a:path>
                </a:pathLst>
              </a:custGeom>
              <a:solidFill>
                <a:srgbClr val="FFCB92"/>
              </a:solidFill>
              <a:ln w="12700" cap="rnd">
                <a:solidFill>
                  <a:srgbClr val="522B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3" name="Shape"/>
              <p:cNvSpPr/>
              <p:nvPr/>
            </p:nvSpPr>
            <p:spPr>
              <a:xfrm>
                <a:off x="28575" y="152400"/>
                <a:ext cx="26988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165" y="0"/>
                    </a:moveTo>
                    <a:lnTo>
                      <a:pt x="2541" y="3014"/>
                    </a:lnTo>
                    <a:lnTo>
                      <a:pt x="7624" y="6530"/>
                    </a:lnTo>
                    <a:lnTo>
                      <a:pt x="10165" y="11553"/>
                    </a:lnTo>
                    <a:lnTo>
                      <a:pt x="7624" y="15070"/>
                    </a:lnTo>
                    <a:lnTo>
                      <a:pt x="2541" y="18084"/>
                    </a:lnTo>
                    <a:lnTo>
                      <a:pt x="8894" y="20595"/>
                    </a:lnTo>
                    <a:lnTo>
                      <a:pt x="15247" y="16074"/>
                    </a:lnTo>
                    <a:lnTo>
                      <a:pt x="17788" y="11051"/>
                    </a:lnTo>
                    <a:lnTo>
                      <a:pt x="20329" y="8037"/>
                    </a:lnTo>
                    <a:lnTo>
                      <a:pt x="21600" y="12056"/>
                    </a:lnTo>
                    <a:lnTo>
                      <a:pt x="16518" y="17581"/>
                    </a:lnTo>
                    <a:lnTo>
                      <a:pt x="12706" y="20595"/>
                    </a:lnTo>
                    <a:lnTo>
                      <a:pt x="10165" y="21600"/>
                    </a:lnTo>
                    <a:lnTo>
                      <a:pt x="0" y="19088"/>
                    </a:lnTo>
                    <a:lnTo>
                      <a:pt x="0" y="16074"/>
                    </a:lnTo>
                    <a:lnTo>
                      <a:pt x="5082" y="13563"/>
                    </a:lnTo>
                    <a:lnTo>
                      <a:pt x="5082" y="9042"/>
                    </a:lnTo>
                    <a:lnTo>
                      <a:pt x="1271" y="4521"/>
                    </a:lnTo>
                    <a:lnTo>
                      <a:pt x="10165" y="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4" name="Shape"/>
              <p:cNvSpPr/>
              <p:nvPr/>
            </p:nvSpPr>
            <p:spPr>
              <a:xfrm>
                <a:off x="0" y="1587"/>
                <a:ext cx="315913" cy="285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03" y="6240"/>
                    </a:moveTo>
                    <a:lnTo>
                      <a:pt x="2496" y="7320"/>
                    </a:lnTo>
                    <a:lnTo>
                      <a:pt x="2279" y="9360"/>
                    </a:lnTo>
                    <a:lnTo>
                      <a:pt x="2062" y="12000"/>
                    </a:lnTo>
                    <a:lnTo>
                      <a:pt x="2931" y="11520"/>
                    </a:lnTo>
                    <a:lnTo>
                      <a:pt x="4125" y="12120"/>
                    </a:lnTo>
                    <a:lnTo>
                      <a:pt x="4125" y="13560"/>
                    </a:lnTo>
                    <a:lnTo>
                      <a:pt x="5102" y="15600"/>
                    </a:lnTo>
                    <a:lnTo>
                      <a:pt x="6730" y="18120"/>
                    </a:lnTo>
                    <a:lnTo>
                      <a:pt x="6513" y="20400"/>
                    </a:lnTo>
                    <a:lnTo>
                      <a:pt x="10094" y="20400"/>
                    </a:lnTo>
                    <a:lnTo>
                      <a:pt x="12157" y="21600"/>
                    </a:lnTo>
                    <a:lnTo>
                      <a:pt x="13459" y="20760"/>
                    </a:lnTo>
                    <a:lnTo>
                      <a:pt x="15956" y="21240"/>
                    </a:lnTo>
                    <a:lnTo>
                      <a:pt x="16498" y="20160"/>
                    </a:lnTo>
                    <a:lnTo>
                      <a:pt x="18344" y="18600"/>
                    </a:lnTo>
                    <a:lnTo>
                      <a:pt x="19755" y="16080"/>
                    </a:lnTo>
                    <a:lnTo>
                      <a:pt x="20515" y="13560"/>
                    </a:lnTo>
                    <a:lnTo>
                      <a:pt x="21274" y="11640"/>
                    </a:lnTo>
                    <a:lnTo>
                      <a:pt x="21600" y="8880"/>
                    </a:lnTo>
                    <a:lnTo>
                      <a:pt x="21491" y="6240"/>
                    </a:lnTo>
                    <a:lnTo>
                      <a:pt x="20949" y="3120"/>
                    </a:lnTo>
                    <a:lnTo>
                      <a:pt x="19321" y="1200"/>
                    </a:lnTo>
                    <a:lnTo>
                      <a:pt x="14979" y="120"/>
                    </a:lnTo>
                    <a:lnTo>
                      <a:pt x="10094" y="0"/>
                    </a:lnTo>
                    <a:lnTo>
                      <a:pt x="8358" y="240"/>
                    </a:lnTo>
                    <a:lnTo>
                      <a:pt x="3908" y="1320"/>
                    </a:lnTo>
                    <a:lnTo>
                      <a:pt x="1085" y="2760"/>
                    </a:lnTo>
                    <a:lnTo>
                      <a:pt x="0" y="4560"/>
                    </a:lnTo>
                    <a:lnTo>
                      <a:pt x="1303" y="624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5" name="Shape"/>
              <p:cNvSpPr/>
              <p:nvPr/>
            </p:nvSpPr>
            <p:spPr>
              <a:xfrm>
                <a:off x="11112" y="4762"/>
                <a:ext cx="293688" cy="122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538"/>
                    </a:moveTo>
                    <a:lnTo>
                      <a:pt x="1518" y="13745"/>
                    </a:lnTo>
                    <a:lnTo>
                      <a:pt x="3036" y="15429"/>
                    </a:lnTo>
                    <a:lnTo>
                      <a:pt x="6422" y="18795"/>
                    </a:lnTo>
                    <a:lnTo>
                      <a:pt x="4437" y="15429"/>
                    </a:lnTo>
                    <a:lnTo>
                      <a:pt x="3736" y="12904"/>
                    </a:lnTo>
                    <a:lnTo>
                      <a:pt x="5254" y="15429"/>
                    </a:lnTo>
                    <a:lnTo>
                      <a:pt x="7239" y="18234"/>
                    </a:lnTo>
                    <a:lnTo>
                      <a:pt x="7706" y="17112"/>
                    </a:lnTo>
                    <a:lnTo>
                      <a:pt x="8173" y="14868"/>
                    </a:lnTo>
                    <a:lnTo>
                      <a:pt x="9574" y="12904"/>
                    </a:lnTo>
                    <a:lnTo>
                      <a:pt x="9924" y="15429"/>
                    </a:lnTo>
                    <a:lnTo>
                      <a:pt x="8406" y="19356"/>
                    </a:lnTo>
                    <a:lnTo>
                      <a:pt x="10858" y="16831"/>
                    </a:lnTo>
                    <a:lnTo>
                      <a:pt x="11909" y="12623"/>
                    </a:lnTo>
                    <a:lnTo>
                      <a:pt x="12026" y="16551"/>
                    </a:lnTo>
                    <a:lnTo>
                      <a:pt x="11442" y="19917"/>
                    </a:lnTo>
                    <a:lnTo>
                      <a:pt x="13661" y="16551"/>
                    </a:lnTo>
                    <a:lnTo>
                      <a:pt x="14128" y="12062"/>
                    </a:lnTo>
                    <a:lnTo>
                      <a:pt x="14595" y="15148"/>
                    </a:lnTo>
                    <a:lnTo>
                      <a:pt x="13777" y="18795"/>
                    </a:lnTo>
                    <a:lnTo>
                      <a:pt x="12960" y="21319"/>
                    </a:lnTo>
                    <a:lnTo>
                      <a:pt x="14361" y="18514"/>
                    </a:lnTo>
                    <a:lnTo>
                      <a:pt x="15295" y="16270"/>
                    </a:lnTo>
                    <a:lnTo>
                      <a:pt x="15645" y="12623"/>
                    </a:lnTo>
                    <a:lnTo>
                      <a:pt x="16229" y="17112"/>
                    </a:lnTo>
                    <a:lnTo>
                      <a:pt x="15295" y="21600"/>
                    </a:lnTo>
                    <a:lnTo>
                      <a:pt x="17163" y="18234"/>
                    </a:lnTo>
                    <a:lnTo>
                      <a:pt x="17630" y="15148"/>
                    </a:lnTo>
                    <a:lnTo>
                      <a:pt x="17981" y="17392"/>
                    </a:lnTo>
                    <a:lnTo>
                      <a:pt x="17981" y="20478"/>
                    </a:lnTo>
                    <a:lnTo>
                      <a:pt x="18448" y="17673"/>
                    </a:lnTo>
                    <a:lnTo>
                      <a:pt x="18564" y="14587"/>
                    </a:lnTo>
                    <a:lnTo>
                      <a:pt x="19148" y="17392"/>
                    </a:lnTo>
                    <a:lnTo>
                      <a:pt x="19382" y="19917"/>
                    </a:lnTo>
                    <a:lnTo>
                      <a:pt x="19965" y="17953"/>
                    </a:lnTo>
                    <a:lnTo>
                      <a:pt x="20082" y="15429"/>
                    </a:lnTo>
                    <a:lnTo>
                      <a:pt x="20899" y="16551"/>
                    </a:lnTo>
                    <a:lnTo>
                      <a:pt x="21600" y="19636"/>
                    </a:lnTo>
                    <a:lnTo>
                      <a:pt x="21600" y="14868"/>
                    </a:lnTo>
                    <a:lnTo>
                      <a:pt x="20899" y="8135"/>
                    </a:lnTo>
                    <a:lnTo>
                      <a:pt x="19382" y="4208"/>
                    </a:lnTo>
                    <a:lnTo>
                      <a:pt x="16930" y="1964"/>
                    </a:lnTo>
                    <a:lnTo>
                      <a:pt x="12376" y="561"/>
                    </a:lnTo>
                    <a:lnTo>
                      <a:pt x="10158" y="0"/>
                    </a:lnTo>
                    <a:lnTo>
                      <a:pt x="7356" y="1683"/>
                    </a:lnTo>
                    <a:lnTo>
                      <a:pt x="11559" y="2244"/>
                    </a:lnTo>
                    <a:lnTo>
                      <a:pt x="13077" y="3647"/>
                    </a:lnTo>
                    <a:lnTo>
                      <a:pt x="10858" y="3366"/>
                    </a:lnTo>
                    <a:lnTo>
                      <a:pt x="8406" y="2805"/>
                    </a:lnTo>
                    <a:lnTo>
                      <a:pt x="6655" y="2244"/>
                    </a:lnTo>
                    <a:lnTo>
                      <a:pt x="4904" y="3366"/>
                    </a:lnTo>
                    <a:lnTo>
                      <a:pt x="6889" y="4769"/>
                    </a:lnTo>
                    <a:lnTo>
                      <a:pt x="3152" y="4208"/>
                    </a:lnTo>
                    <a:lnTo>
                      <a:pt x="1168" y="5610"/>
                    </a:lnTo>
                    <a:lnTo>
                      <a:pt x="0" y="9538"/>
                    </a:lnTo>
                  </a:path>
                </a:pathLst>
              </a:custGeom>
              <a:solidFill>
                <a:srgbClr val="743F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70" name="Group"/>
            <p:cNvGrpSpPr/>
            <p:nvPr/>
          </p:nvGrpSpPr>
          <p:grpSpPr>
            <a:xfrm>
              <a:off x="215900" y="1035050"/>
              <a:ext cx="714375" cy="1393825"/>
              <a:chOff x="0" y="0"/>
              <a:chExt cx="714375" cy="1393825"/>
            </a:xfrm>
          </p:grpSpPr>
          <p:sp>
            <p:nvSpPr>
              <p:cNvPr id="447" name="Shape"/>
              <p:cNvSpPr/>
              <p:nvPr/>
            </p:nvSpPr>
            <p:spPr>
              <a:xfrm>
                <a:off x="0" y="0"/>
                <a:ext cx="714375" cy="13938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68" y="886"/>
                    </a:moveTo>
                    <a:lnTo>
                      <a:pt x="6864" y="1082"/>
                    </a:lnTo>
                    <a:lnTo>
                      <a:pt x="10416" y="1132"/>
                    </a:lnTo>
                    <a:lnTo>
                      <a:pt x="14928" y="910"/>
                    </a:lnTo>
                    <a:lnTo>
                      <a:pt x="18432" y="394"/>
                    </a:lnTo>
                    <a:lnTo>
                      <a:pt x="19680" y="0"/>
                    </a:lnTo>
                    <a:lnTo>
                      <a:pt x="19824" y="640"/>
                    </a:lnTo>
                    <a:lnTo>
                      <a:pt x="20352" y="1009"/>
                    </a:lnTo>
                    <a:lnTo>
                      <a:pt x="20208" y="1476"/>
                    </a:lnTo>
                    <a:lnTo>
                      <a:pt x="20832" y="2067"/>
                    </a:lnTo>
                    <a:lnTo>
                      <a:pt x="21408" y="2878"/>
                    </a:lnTo>
                    <a:lnTo>
                      <a:pt x="21600" y="3838"/>
                    </a:lnTo>
                    <a:lnTo>
                      <a:pt x="21264" y="4846"/>
                    </a:lnTo>
                    <a:lnTo>
                      <a:pt x="20976" y="5486"/>
                    </a:lnTo>
                    <a:lnTo>
                      <a:pt x="20544" y="5954"/>
                    </a:lnTo>
                    <a:lnTo>
                      <a:pt x="20640" y="6446"/>
                    </a:lnTo>
                    <a:lnTo>
                      <a:pt x="20352" y="6864"/>
                    </a:lnTo>
                    <a:lnTo>
                      <a:pt x="19488" y="10357"/>
                    </a:lnTo>
                    <a:lnTo>
                      <a:pt x="19488" y="10997"/>
                    </a:lnTo>
                    <a:lnTo>
                      <a:pt x="18960" y="11513"/>
                    </a:lnTo>
                    <a:lnTo>
                      <a:pt x="19200" y="11956"/>
                    </a:lnTo>
                    <a:lnTo>
                      <a:pt x="18768" y="12448"/>
                    </a:lnTo>
                    <a:lnTo>
                      <a:pt x="18960" y="12916"/>
                    </a:lnTo>
                    <a:lnTo>
                      <a:pt x="18624" y="13506"/>
                    </a:lnTo>
                    <a:lnTo>
                      <a:pt x="18864" y="14687"/>
                    </a:lnTo>
                    <a:lnTo>
                      <a:pt x="18432" y="15942"/>
                    </a:lnTo>
                    <a:lnTo>
                      <a:pt x="17664" y="17172"/>
                    </a:lnTo>
                    <a:lnTo>
                      <a:pt x="17040" y="18672"/>
                    </a:lnTo>
                    <a:lnTo>
                      <a:pt x="17280" y="19386"/>
                    </a:lnTo>
                    <a:lnTo>
                      <a:pt x="16944" y="20641"/>
                    </a:lnTo>
                    <a:lnTo>
                      <a:pt x="14640" y="21010"/>
                    </a:lnTo>
                    <a:lnTo>
                      <a:pt x="12912" y="20960"/>
                    </a:lnTo>
                    <a:lnTo>
                      <a:pt x="10800" y="20764"/>
                    </a:lnTo>
                    <a:lnTo>
                      <a:pt x="10368" y="19287"/>
                    </a:lnTo>
                    <a:lnTo>
                      <a:pt x="10896" y="18328"/>
                    </a:lnTo>
                    <a:lnTo>
                      <a:pt x="10560" y="16778"/>
                    </a:lnTo>
                    <a:lnTo>
                      <a:pt x="10896" y="15794"/>
                    </a:lnTo>
                    <a:lnTo>
                      <a:pt x="11232" y="14589"/>
                    </a:lnTo>
                    <a:lnTo>
                      <a:pt x="10896" y="13826"/>
                    </a:lnTo>
                    <a:lnTo>
                      <a:pt x="11088" y="12645"/>
                    </a:lnTo>
                    <a:lnTo>
                      <a:pt x="10800" y="12153"/>
                    </a:lnTo>
                    <a:lnTo>
                      <a:pt x="11088" y="11218"/>
                    </a:lnTo>
                    <a:lnTo>
                      <a:pt x="10896" y="10357"/>
                    </a:lnTo>
                    <a:lnTo>
                      <a:pt x="11088" y="7011"/>
                    </a:lnTo>
                    <a:lnTo>
                      <a:pt x="9216" y="11390"/>
                    </a:lnTo>
                    <a:lnTo>
                      <a:pt x="8544" y="12055"/>
                    </a:lnTo>
                    <a:lnTo>
                      <a:pt x="8544" y="12645"/>
                    </a:lnTo>
                    <a:lnTo>
                      <a:pt x="8256" y="13260"/>
                    </a:lnTo>
                    <a:lnTo>
                      <a:pt x="8688" y="13924"/>
                    </a:lnTo>
                    <a:lnTo>
                      <a:pt x="8880" y="14859"/>
                    </a:lnTo>
                    <a:lnTo>
                      <a:pt x="8976" y="15942"/>
                    </a:lnTo>
                    <a:lnTo>
                      <a:pt x="8496" y="17910"/>
                    </a:lnTo>
                    <a:lnTo>
                      <a:pt x="8880" y="18771"/>
                    </a:lnTo>
                    <a:lnTo>
                      <a:pt x="8688" y="21206"/>
                    </a:lnTo>
                    <a:lnTo>
                      <a:pt x="7824" y="21502"/>
                    </a:lnTo>
                    <a:lnTo>
                      <a:pt x="5568" y="21600"/>
                    </a:lnTo>
                    <a:lnTo>
                      <a:pt x="2736" y="21157"/>
                    </a:lnTo>
                    <a:lnTo>
                      <a:pt x="1680" y="20714"/>
                    </a:lnTo>
                    <a:lnTo>
                      <a:pt x="1584" y="19410"/>
                    </a:lnTo>
                    <a:lnTo>
                      <a:pt x="1968" y="18574"/>
                    </a:lnTo>
                    <a:lnTo>
                      <a:pt x="1248" y="16729"/>
                    </a:lnTo>
                    <a:lnTo>
                      <a:pt x="960" y="14589"/>
                    </a:lnTo>
                    <a:lnTo>
                      <a:pt x="240" y="13457"/>
                    </a:lnTo>
                    <a:lnTo>
                      <a:pt x="0" y="12448"/>
                    </a:lnTo>
                    <a:lnTo>
                      <a:pt x="528" y="11169"/>
                    </a:lnTo>
                    <a:lnTo>
                      <a:pt x="384" y="9570"/>
                    </a:lnTo>
                    <a:lnTo>
                      <a:pt x="384" y="7799"/>
                    </a:lnTo>
                    <a:lnTo>
                      <a:pt x="624" y="6864"/>
                    </a:lnTo>
                    <a:lnTo>
                      <a:pt x="960" y="5929"/>
                    </a:lnTo>
                    <a:lnTo>
                      <a:pt x="1680" y="4576"/>
                    </a:lnTo>
                    <a:lnTo>
                      <a:pt x="1680" y="3936"/>
                    </a:lnTo>
                    <a:lnTo>
                      <a:pt x="2112" y="3444"/>
                    </a:lnTo>
                    <a:lnTo>
                      <a:pt x="2400" y="2755"/>
                    </a:lnTo>
                    <a:lnTo>
                      <a:pt x="2304" y="2239"/>
                    </a:lnTo>
                    <a:lnTo>
                      <a:pt x="3072" y="1697"/>
                    </a:lnTo>
                    <a:lnTo>
                      <a:pt x="3168" y="886"/>
                    </a:lnTo>
                  </a:path>
                </a:pathLst>
              </a:custGeom>
              <a:solidFill>
                <a:srgbClr val="CCD8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8" name="Shape"/>
              <p:cNvSpPr/>
              <p:nvPr/>
            </p:nvSpPr>
            <p:spPr>
              <a:xfrm>
                <a:off x="31750" y="33337"/>
                <a:ext cx="661988" cy="134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0" y="714"/>
                    </a:moveTo>
                    <a:lnTo>
                      <a:pt x="3729" y="612"/>
                    </a:lnTo>
                    <a:lnTo>
                      <a:pt x="3937" y="1020"/>
                    </a:lnTo>
                    <a:lnTo>
                      <a:pt x="3833" y="1479"/>
                    </a:lnTo>
                    <a:lnTo>
                      <a:pt x="2383" y="1352"/>
                    </a:lnTo>
                    <a:lnTo>
                      <a:pt x="2694" y="1989"/>
                    </a:lnTo>
                    <a:lnTo>
                      <a:pt x="2590" y="2780"/>
                    </a:lnTo>
                    <a:lnTo>
                      <a:pt x="2020" y="3596"/>
                    </a:lnTo>
                    <a:lnTo>
                      <a:pt x="2227" y="4208"/>
                    </a:lnTo>
                    <a:lnTo>
                      <a:pt x="1243" y="5840"/>
                    </a:lnTo>
                    <a:lnTo>
                      <a:pt x="414" y="7447"/>
                    </a:lnTo>
                    <a:lnTo>
                      <a:pt x="363" y="9461"/>
                    </a:lnTo>
                    <a:lnTo>
                      <a:pt x="414" y="10787"/>
                    </a:lnTo>
                    <a:lnTo>
                      <a:pt x="104" y="11654"/>
                    </a:lnTo>
                    <a:lnTo>
                      <a:pt x="0" y="12445"/>
                    </a:lnTo>
                    <a:lnTo>
                      <a:pt x="881" y="13363"/>
                    </a:lnTo>
                    <a:lnTo>
                      <a:pt x="570" y="13975"/>
                    </a:lnTo>
                    <a:lnTo>
                      <a:pt x="414" y="15378"/>
                    </a:lnTo>
                    <a:lnTo>
                      <a:pt x="881" y="17086"/>
                    </a:lnTo>
                    <a:lnTo>
                      <a:pt x="1554" y="18591"/>
                    </a:lnTo>
                    <a:lnTo>
                      <a:pt x="1036" y="19585"/>
                    </a:lnTo>
                    <a:lnTo>
                      <a:pt x="1243" y="20784"/>
                    </a:lnTo>
                    <a:lnTo>
                      <a:pt x="3263" y="21319"/>
                    </a:lnTo>
                    <a:lnTo>
                      <a:pt x="5076" y="21600"/>
                    </a:lnTo>
                    <a:lnTo>
                      <a:pt x="7770" y="21472"/>
                    </a:lnTo>
                    <a:lnTo>
                      <a:pt x="7925" y="18948"/>
                    </a:lnTo>
                    <a:lnTo>
                      <a:pt x="7459" y="18157"/>
                    </a:lnTo>
                    <a:lnTo>
                      <a:pt x="7925" y="15276"/>
                    </a:lnTo>
                    <a:lnTo>
                      <a:pt x="7563" y="13567"/>
                    </a:lnTo>
                    <a:lnTo>
                      <a:pt x="5180" y="13796"/>
                    </a:lnTo>
                    <a:lnTo>
                      <a:pt x="3160" y="13898"/>
                    </a:lnTo>
                    <a:lnTo>
                      <a:pt x="2383" y="13847"/>
                    </a:lnTo>
                    <a:lnTo>
                      <a:pt x="3937" y="13745"/>
                    </a:lnTo>
                    <a:lnTo>
                      <a:pt x="6319" y="13567"/>
                    </a:lnTo>
                    <a:lnTo>
                      <a:pt x="7563" y="13159"/>
                    </a:lnTo>
                    <a:lnTo>
                      <a:pt x="5180" y="13414"/>
                    </a:lnTo>
                    <a:lnTo>
                      <a:pt x="3263" y="13567"/>
                    </a:lnTo>
                    <a:lnTo>
                      <a:pt x="1761" y="13490"/>
                    </a:lnTo>
                    <a:lnTo>
                      <a:pt x="1554" y="13312"/>
                    </a:lnTo>
                    <a:lnTo>
                      <a:pt x="2486" y="13363"/>
                    </a:lnTo>
                    <a:lnTo>
                      <a:pt x="5283" y="13210"/>
                    </a:lnTo>
                    <a:lnTo>
                      <a:pt x="7718" y="12853"/>
                    </a:lnTo>
                    <a:lnTo>
                      <a:pt x="5853" y="12955"/>
                    </a:lnTo>
                    <a:lnTo>
                      <a:pt x="3522" y="13031"/>
                    </a:lnTo>
                    <a:lnTo>
                      <a:pt x="1917" y="12853"/>
                    </a:lnTo>
                    <a:lnTo>
                      <a:pt x="6786" y="12674"/>
                    </a:lnTo>
                    <a:lnTo>
                      <a:pt x="7563" y="12419"/>
                    </a:lnTo>
                    <a:lnTo>
                      <a:pt x="4869" y="12419"/>
                    </a:lnTo>
                    <a:lnTo>
                      <a:pt x="2383" y="12317"/>
                    </a:lnTo>
                    <a:lnTo>
                      <a:pt x="1917" y="12088"/>
                    </a:lnTo>
                    <a:lnTo>
                      <a:pt x="5750" y="12241"/>
                    </a:lnTo>
                    <a:lnTo>
                      <a:pt x="7770" y="12037"/>
                    </a:lnTo>
                    <a:lnTo>
                      <a:pt x="5750" y="11476"/>
                    </a:lnTo>
                    <a:lnTo>
                      <a:pt x="4040" y="10838"/>
                    </a:lnTo>
                    <a:lnTo>
                      <a:pt x="2849" y="10124"/>
                    </a:lnTo>
                    <a:lnTo>
                      <a:pt x="2227" y="9640"/>
                    </a:lnTo>
                    <a:lnTo>
                      <a:pt x="3729" y="10354"/>
                    </a:lnTo>
                    <a:lnTo>
                      <a:pt x="5180" y="10762"/>
                    </a:lnTo>
                    <a:lnTo>
                      <a:pt x="6993" y="11246"/>
                    </a:lnTo>
                    <a:lnTo>
                      <a:pt x="8029" y="11221"/>
                    </a:lnTo>
                    <a:lnTo>
                      <a:pt x="8599" y="10099"/>
                    </a:lnTo>
                    <a:lnTo>
                      <a:pt x="9376" y="8518"/>
                    </a:lnTo>
                    <a:lnTo>
                      <a:pt x="9945" y="7064"/>
                    </a:lnTo>
                    <a:lnTo>
                      <a:pt x="10463" y="6528"/>
                    </a:lnTo>
                    <a:lnTo>
                      <a:pt x="13468" y="5967"/>
                    </a:lnTo>
                    <a:lnTo>
                      <a:pt x="11396" y="6732"/>
                    </a:lnTo>
                    <a:lnTo>
                      <a:pt x="11292" y="9002"/>
                    </a:lnTo>
                    <a:lnTo>
                      <a:pt x="11292" y="10430"/>
                    </a:lnTo>
                    <a:lnTo>
                      <a:pt x="11499" y="10711"/>
                    </a:lnTo>
                    <a:lnTo>
                      <a:pt x="13882" y="10889"/>
                    </a:lnTo>
                    <a:lnTo>
                      <a:pt x="11965" y="10915"/>
                    </a:lnTo>
                    <a:lnTo>
                      <a:pt x="11396" y="11068"/>
                    </a:lnTo>
                    <a:lnTo>
                      <a:pt x="10929" y="11756"/>
                    </a:lnTo>
                    <a:lnTo>
                      <a:pt x="12535" y="11782"/>
                    </a:lnTo>
                    <a:lnTo>
                      <a:pt x="13209" y="11705"/>
                    </a:lnTo>
                    <a:lnTo>
                      <a:pt x="10722" y="12011"/>
                    </a:lnTo>
                    <a:lnTo>
                      <a:pt x="11085" y="12317"/>
                    </a:lnTo>
                    <a:lnTo>
                      <a:pt x="13001" y="12292"/>
                    </a:lnTo>
                    <a:lnTo>
                      <a:pt x="14141" y="12088"/>
                    </a:lnTo>
                    <a:lnTo>
                      <a:pt x="15695" y="12088"/>
                    </a:lnTo>
                    <a:lnTo>
                      <a:pt x="13778" y="12368"/>
                    </a:lnTo>
                    <a:lnTo>
                      <a:pt x="11292" y="12623"/>
                    </a:lnTo>
                    <a:lnTo>
                      <a:pt x="10929" y="13261"/>
                    </a:lnTo>
                    <a:lnTo>
                      <a:pt x="11085" y="13847"/>
                    </a:lnTo>
                    <a:lnTo>
                      <a:pt x="11396" y="14255"/>
                    </a:lnTo>
                    <a:lnTo>
                      <a:pt x="11137" y="15072"/>
                    </a:lnTo>
                    <a:lnTo>
                      <a:pt x="10619" y="16576"/>
                    </a:lnTo>
                    <a:lnTo>
                      <a:pt x="11085" y="18004"/>
                    </a:lnTo>
                    <a:lnTo>
                      <a:pt x="10412" y="19356"/>
                    </a:lnTo>
                    <a:lnTo>
                      <a:pt x="10929" y="20733"/>
                    </a:lnTo>
                    <a:lnTo>
                      <a:pt x="13105" y="20937"/>
                    </a:lnTo>
                    <a:lnTo>
                      <a:pt x="14918" y="20988"/>
                    </a:lnTo>
                    <a:lnTo>
                      <a:pt x="16731" y="20605"/>
                    </a:lnTo>
                    <a:lnTo>
                      <a:pt x="17094" y="19356"/>
                    </a:lnTo>
                    <a:lnTo>
                      <a:pt x="16627" y="18540"/>
                    </a:lnTo>
                    <a:lnTo>
                      <a:pt x="18078" y="15862"/>
                    </a:lnTo>
                    <a:lnTo>
                      <a:pt x="18440" y="15097"/>
                    </a:lnTo>
                    <a:lnTo>
                      <a:pt x="18440" y="14204"/>
                    </a:lnTo>
                    <a:lnTo>
                      <a:pt x="18285" y="13490"/>
                    </a:lnTo>
                    <a:lnTo>
                      <a:pt x="17094" y="13618"/>
                    </a:lnTo>
                    <a:lnTo>
                      <a:pt x="15332" y="13669"/>
                    </a:lnTo>
                    <a:lnTo>
                      <a:pt x="13986" y="13439"/>
                    </a:lnTo>
                    <a:lnTo>
                      <a:pt x="16472" y="13312"/>
                    </a:lnTo>
                    <a:lnTo>
                      <a:pt x="18647" y="13082"/>
                    </a:lnTo>
                    <a:lnTo>
                      <a:pt x="18181" y="12419"/>
                    </a:lnTo>
                    <a:lnTo>
                      <a:pt x="18751" y="11833"/>
                    </a:lnTo>
                    <a:lnTo>
                      <a:pt x="18440" y="11297"/>
                    </a:lnTo>
                    <a:lnTo>
                      <a:pt x="19165" y="10889"/>
                    </a:lnTo>
                    <a:lnTo>
                      <a:pt x="19424" y="9130"/>
                    </a:lnTo>
                    <a:lnTo>
                      <a:pt x="19994" y="6681"/>
                    </a:lnTo>
                    <a:lnTo>
                      <a:pt x="20668" y="6120"/>
                    </a:lnTo>
                    <a:lnTo>
                      <a:pt x="20098" y="5687"/>
                    </a:lnTo>
                    <a:lnTo>
                      <a:pt x="20771" y="5049"/>
                    </a:lnTo>
                    <a:lnTo>
                      <a:pt x="21237" y="4259"/>
                    </a:lnTo>
                    <a:lnTo>
                      <a:pt x="21600" y="3392"/>
                    </a:lnTo>
                    <a:lnTo>
                      <a:pt x="21496" y="2550"/>
                    </a:lnTo>
                    <a:lnTo>
                      <a:pt x="21134" y="1734"/>
                    </a:lnTo>
                    <a:lnTo>
                      <a:pt x="20098" y="1046"/>
                    </a:lnTo>
                    <a:lnTo>
                      <a:pt x="20098" y="281"/>
                    </a:lnTo>
                    <a:lnTo>
                      <a:pt x="19165" y="536"/>
                    </a:lnTo>
                    <a:lnTo>
                      <a:pt x="19165" y="0"/>
                    </a:lnTo>
                    <a:lnTo>
                      <a:pt x="18181" y="77"/>
                    </a:lnTo>
                    <a:lnTo>
                      <a:pt x="18285" y="663"/>
                    </a:lnTo>
                    <a:lnTo>
                      <a:pt x="16938" y="944"/>
                    </a:lnTo>
                    <a:lnTo>
                      <a:pt x="15591" y="1148"/>
                    </a:lnTo>
                    <a:lnTo>
                      <a:pt x="15281" y="485"/>
                    </a:lnTo>
                    <a:lnTo>
                      <a:pt x="14245" y="587"/>
                    </a:lnTo>
                    <a:lnTo>
                      <a:pt x="14814" y="1352"/>
                    </a:lnTo>
                    <a:lnTo>
                      <a:pt x="12742" y="1479"/>
                    </a:lnTo>
                    <a:lnTo>
                      <a:pt x="10722" y="1581"/>
                    </a:lnTo>
                    <a:lnTo>
                      <a:pt x="8909" y="1581"/>
                    </a:lnTo>
                    <a:lnTo>
                      <a:pt x="8599" y="867"/>
                    </a:lnTo>
                    <a:lnTo>
                      <a:pt x="7770" y="816"/>
                    </a:lnTo>
                    <a:lnTo>
                      <a:pt x="7925" y="1581"/>
                    </a:lnTo>
                    <a:lnTo>
                      <a:pt x="4714" y="1479"/>
                    </a:lnTo>
                    <a:lnTo>
                      <a:pt x="4610" y="714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49" name="Shape"/>
              <p:cNvSpPr/>
              <p:nvPr/>
            </p:nvSpPr>
            <p:spPr>
              <a:xfrm>
                <a:off x="385762" y="403225"/>
                <a:ext cx="254001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480" y="9164"/>
                    </a:lnTo>
                    <a:lnTo>
                      <a:pt x="12555" y="1309"/>
                    </a:lnTo>
                    <a:lnTo>
                      <a:pt x="21600" y="0"/>
                    </a:lnTo>
                    <a:lnTo>
                      <a:pt x="11610" y="720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0" name="Shape"/>
              <p:cNvSpPr/>
              <p:nvPr/>
            </p:nvSpPr>
            <p:spPr>
              <a:xfrm>
                <a:off x="431800" y="733425"/>
                <a:ext cx="139700" cy="20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591" y="13292"/>
                    </a:lnTo>
                    <a:lnTo>
                      <a:pt x="0" y="18277"/>
                    </a:lnTo>
                    <a:lnTo>
                      <a:pt x="8591" y="21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1" name="Shape"/>
              <p:cNvSpPr/>
              <p:nvPr/>
            </p:nvSpPr>
            <p:spPr>
              <a:xfrm>
                <a:off x="382587" y="811212"/>
                <a:ext cx="179388" cy="69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602" y="6873"/>
                    </a:lnTo>
                    <a:lnTo>
                      <a:pt x="1912" y="13745"/>
                    </a:lnTo>
                    <a:lnTo>
                      <a:pt x="0" y="21600"/>
                    </a:lnTo>
                    <a:lnTo>
                      <a:pt x="4588" y="15218"/>
                    </a:lnTo>
                    <a:lnTo>
                      <a:pt x="10896" y="9327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2" name="Shape"/>
              <p:cNvSpPr/>
              <p:nvPr/>
            </p:nvSpPr>
            <p:spPr>
              <a:xfrm>
                <a:off x="414337" y="431800"/>
                <a:ext cx="160338" cy="1555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184" y="8155"/>
                    </a:lnTo>
                    <a:lnTo>
                      <a:pt x="5347" y="17192"/>
                    </a:lnTo>
                    <a:lnTo>
                      <a:pt x="0" y="21600"/>
                    </a:lnTo>
                    <a:lnTo>
                      <a:pt x="9410" y="16751"/>
                    </a:lnTo>
                    <a:lnTo>
                      <a:pt x="14756" y="108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3" name="Shape"/>
              <p:cNvSpPr/>
              <p:nvPr/>
            </p:nvSpPr>
            <p:spPr>
              <a:xfrm>
                <a:off x="182562" y="195262"/>
                <a:ext cx="257176" cy="19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7467" y="19800"/>
                    </a:lnTo>
                    <a:lnTo>
                      <a:pt x="15200" y="21600"/>
                    </a:lnTo>
                    <a:lnTo>
                      <a:pt x="21600" y="10800"/>
                    </a:lnTo>
                    <a:lnTo>
                      <a:pt x="15067" y="10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4" name="Shape"/>
              <p:cNvSpPr/>
              <p:nvPr/>
            </p:nvSpPr>
            <p:spPr>
              <a:xfrm>
                <a:off x="195262" y="168275"/>
                <a:ext cx="325438" cy="280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57" y="0"/>
                    </a:moveTo>
                    <a:lnTo>
                      <a:pt x="20757" y="5492"/>
                    </a:lnTo>
                    <a:lnTo>
                      <a:pt x="18755" y="11227"/>
                    </a:lnTo>
                    <a:lnTo>
                      <a:pt x="15489" y="16353"/>
                    </a:lnTo>
                    <a:lnTo>
                      <a:pt x="12433" y="17451"/>
                    </a:lnTo>
                    <a:lnTo>
                      <a:pt x="7692" y="19037"/>
                    </a:lnTo>
                    <a:lnTo>
                      <a:pt x="0" y="21600"/>
                    </a:lnTo>
                    <a:lnTo>
                      <a:pt x="7797" y="19892"/>
                    </a:lnTo>
                    <a:lnTo>
                      <a:pt x="12117" y="18183"/>
                    </a:lnTo>
                    <a:lnTo>
                      <a:pt x="17596" y="15864"/>
                    </a:lnTo>
                    <a:lnTo>
                      <a:pt x="19177" y="11837"/>
                    </a:lnTo>
                    <a:lnTo>
                      <a:pt x="20968" y="7810"/>
                    </a:lnTo>
                    <a:lnTo>
                      <a:pt x="21600" y="5492"/>
                    </a:lnTo>
                    <a:lnTo>
                      <a:pt x="20757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5" name="Shape"/>
              <p:cNvSpPr/>
              <p:nvPr/>
            </p:nvSpPr>
            <p:spPr>
              <a:xfrm>
                <a:off x="165100" y="252412"/>
                <a:ext cx="187325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78" y="0"/>
                    </a:moveTo>
                    <a:lnTo>
                      <a:pt x="2014" y="11880"/>
                    </a:lnTo>
                    <a:lnTo>
                      <a:pt x="5125" y="19440"/>
                    </a:lnTo>
                    <a:lnTo>
                      <a:pt x="21600" y="20790"/>
                    </a:lnTo>
                    <a:lnTo>
                      <a:pt x="12264" y="21600"/>
                    </a:lnTo>
                    <a:lnTo>
                      <a:pt x="1098" y="21330"/>
                    </a:lnTo>
                    <a:lnTo>
                      <a:pt x="0" y="13770"/>
                    </a:lnTo>
                    <a:lnTo>
                      <a:pt x="3478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6" name="Shape"/>
              <p:cNvSpPr/>
              <p:nvPr/>
            </p:nvSpPr>
            <p:spPr>
              <a:xfrm>
                <a:off x="568325" y="141287"/>
                <a:ext cx="90488" cy="41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400" y="16615"/>
                    </a:lnTo>
                    <a:lnTo>
                      <a:pt x="21600" y="0"/>
                    </a:lnTo>
                    <a:lnTo>
                      <a:pt x="14400" y="5815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7" name="Shape"/>
              <p:cNvSpPr/>
              <p:nvPr/>
            </p:nvSpPr>
            <p:spPr>
              <a:xfrm>
                <a:off x="544512" y="180975"/>
                <a:ext cx="120651" cy="184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032" y="0"/>
                    </a:moveTo>
                    <a:lnTo>
                      <a:pt x="21600" y="8379"/>
                    </a:lnTo>
                    <a:lnTo>
                      <a:pt x="17053" y="15083"/>
                    </a:lnTo>
                    <a:lnTo>
                      <a:pt x="9379" y="20297"/>
                    </a:lnTo>
                    <a:lnTo>
                      <a:pt x="0" y="21600"/>
                    </a:lnTo>
                    <a:lnTo>
                      <a:pt x="12221" y="16945"/>
                    </a:lnTo>
                    <a:lnTo>
                      <a:pt x="18758" y="10055"/>
                    </a:lnTo>
                    <a:lnTo>
                      <a:pt x="21032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8" name="Shape"/>
              <p:cNvSpPr/>
              <p:nvPr/>
            </p:nvSpPr>
            <p:spPr>
              <a:xfrm>
                <a:off x="293687" y="142875"/>
                <a:ext cx="147638" cy="190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1381" y="14400"/>
                    </a:lnTo>
                    <a:lnTo>
                      <a:pt x="0" y="21600"/>
                    </a:lnTo>
                    <a:lnTo>
                      <a:pt x="10916" y="72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59" name="Shape"/>
              <p:cNvSpPr/>
              <p:nvPr/>
            </p:nvSpPr>
            <p:spPr>
              <a:xfrm>
                <a:off x="92075" y="479425"/>
                <a:ext cx="231775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978" y="9544"/>
                    </a:lnTo>
                    <a:lnTo>
                      <a:pt x="7545" y="17079"/>
                    </a:lnTo>
                    <a:lnTo>
                      <a:pt x="0" y="19591"/>
                    </a:lnTo>
                    <a:lnTo>
                      <a:pt x="6953" y="21600"/>
                    </a:lnTo>
                    <a:lnTo>
                      <a:pt x="15238" y="1707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0" name="Shape"/>
              <p:cNvSpPr/>
              <p:nvPr/>
            </p:nvSpPr>
            <p:spPr>
              <a:xfrm>
                <a:off x="9525" y="134937"/>
                <a:ext cx="87313" cy="7540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244" y="0"/>
                    </a:moveTo>
                    <a:lnTo>
                      <a:pt x="21600" y="955"/>
                    </a:lnTo>
                    <a:lnTo>
                      <a:pt x="21600" y="2365"/>
                    </a:lnTo>
                    <a:lnTo>
                      <a:pt x="14924" y="3547"/>
                    </a:lnTo>
                    <a:lnTo>
                      <a:pt x="17280" y="4957"/>
                    </a:lnTo>
                    <a:lnTo>
                      <a:pt x="9425" y="8049"/>
                    </a:lnTo>
                    <a:lnTo>
                      <a:pt x="4713" y="10732"/>
                    </a:lnTo>
                    <a:lnTo>
                      <a:pt x="4713" y="13597"/>
                    </a:lnTo>
                    <a:lnTo>
                      <a:pt x="4713" y="15961"/>
                    </a:lnTo>
                    <a:lnTo>
                      <a:pt x="3927" y="16825"/>
                    </a:lnTo>
                    <a:lnTo>
                      <a:pt x="3142" y="18099"/>
                    </a:lnTo>
                    <a:lnTo>
                      <a:pt x="2356" y="19463"/>
                    </a:lnTo>
                    <a:lnTo>
                      <a:pt x="6284" y="20554"/>
                    </a:lnTo>
                    <a:lnTo>
                      <a:pt x="4713" y="21600"/>
                    </a:lnTo>
                    <a:lnTo>
                      <a:pt x="0" y="20418"/>
                    </a:lnTo>
                    <a:lnTo>
                      <a:pt x="785" y="18963"/>
                    </a:lnTo>
                    <a:lnTo>
                      <a:pt x="3142" y="16825"/>
                    </a:lnTo>
                    <a:lnTo>
                      <a:pt x="3142" y="14597"/>
                    </a:lnTo>
                    <a:lnTo>
                      <a:pt x="2356" y="12141"/>
                    </a:lnTo>
                    <a:lnTo>
                      <a:pt x="3142" y="9686"/>
                    </a:lnTo>
                    <a:lnTo>
                      <a:pt x="8640" y="7094"/>
                    </a:lnTo>
                    <a:lnTo>
                      <a:pt x="13353" y="5229"/>
                    </a:lnTo>
                    <a:lnTo>
                      <a:pt x="12567" y="3547"/>
                    </a:lnTo>
                    <a:lnTo>
                      <a:pt x="19244" y="2274"/>
                    </a:lnTo>
                    <a:lnTo>
                      <a:pt x="19244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1" name="Shape"/>
              <p:cNvSpPr/>
              <p:nvPr/>
            </p:nvSpPr>
            <p:spPr>
              <a:xfrm>
                <a:off x="385762" y="1200150"/>
                <a:ext cx="141288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533" y="9818"/>
                    </a:lnTo>
                    <a:lnTo>
                      <a:pt x="5582" y="18982"/>
                    </a:lnTo>
                    <a:lnTo>
                      <a:pt x="0" y="21600"/>
                    </a:lnTo>
                    <a:lnTo>
                      <a:pt x="12863" y="19636"/>
                    </a:lnTo>
                    <a:lnTo>
                      <a:pt x="14804" y="1570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2" name="Shape"/>
              <p:cNvSpPr/>
              <p:nvPr/>
            </p:nvSpPr>
            <p:spPr>
              <a:xfrm>
                <a:off x="357187" y="1028700"/>
                <a:ext cx="214313" cy="206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760" y="5982"/>
                    </a:lnTo>
                    <a:lnTo>
                      <a:pt x="13600" y="10634"/>
                    </a:lnTo>
                    <a:lnTo>
                      <a:pt x="8640" y="14622"/>
                    </a:lnTo>
                    <a:lnTo>
                      <a:pt x="3520" y="17114"/>
                    </a:lnTo>
                    <a:lnTo>
                      <a:pt x="1440" y="18111"/>
                    </a:lnTo>
                    <a:lnTo>
                      <a:pt x="0" y="21600"/>
                    </a:lnTo>
                    <a:lnTo>
                      <a:pt x="5920" y="18942"/>
                    </a:lnTo>
                    <a:lnTo>
                      <a:pt x="12000" y="14455"/>
                    </a:lnTo>
                    <a:lnTo>
                      <a:pt x="17120" y="864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3" name="Shape"/>
              <p:cNvSpPr/>
              <p:nvPr/>
            </p:nvSpPr>
            <p:spPr>
              <a:xfrm>
                <a:off x="371475" y="903287"/>
                <a:ext cx="85725" cy="128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7200"/>
                    </a:lnTo>
                    <a:lnTo>
                      <a:pt x="2400" y="14133"/>
                    </a:lnTo>
                    <a:lnTo>
                      <a:pt x="0" y="21600"/>
                    </a:lnTo>
                    <a:lnTo>
                      <a:pt x="9200" y="104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4" name="Shape"/>
              <p:cNvSpPr/>
              <p:nvPr/>
            </p:nvSpPr>
            <p:spPr>
              <a:xfrm>
                <a:off x="104775" y="1100137"/>
                <a:ext cx="138113" cy="77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717" y="11461"/>
                    </a:lnTo>
                    <a:lnTo>
                      <a:pt x="10428" y="16310"/>
                    </a:lnTo>
                    <a:lnTo>
                      <a:pt x="19614" y="18073"/>
                    </a:lnTo>
                    <a:lnTo>
                      <a:pt x="21600" y="18073"/>
                    </a:lnTo>
                    <a:lnTo>
                      <a:pt x="16883" y="21600"/>
                    </a:lnTo>
                    <a:lnTo>
                      <a:pt x="8441" y="20278"/>
                    </a:lnTo>
                    <a:lnTo>
                      <a:pt x="4221" y="185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5" name="Shape"/>
              <p:cNvSpPr/>
              <p:nvPr/>
            </p:nvSpPr>
            <p:spPr>
              <a:xfrm>
                <a:off x="82550" y="1168400"/>
                <a:ext cx="166688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554" y="13800"/>
                    </a:lnTo>
                    <a:lnTo>
                      <a:pt x="10286" y="16800"/>
                    </a:lnTo>
                    <a:lnTo>
                      <a:pt x="20366" y="18000"/>
                    </a:lnTo>
                    <a:lnTo>
                      <a:pt x="21600" y="16800"/>
                    </a:lnTo>
                    <a:lnTo>
                      <a:pt x="17691" y="20400"/>
                    </a:lnTo>
                    <a:lnTo>
                      <a:pt x="7817" y="21600"/>
                    </a:lnTo>
                    <a:lnTo>
                      <a:pt x="2674" y="16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6" name="Shape"/>
              <p:cNvSpPr/>
              <p:nvPr/>
            </p:nvSpPr>
            <p:spPr>
              <a:xfrm>
                <a:off x="84137" y="1266825"/>
                <a:ext cx="169863" cy="603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488" y="12505"/>
                    </a:lnTo>
                    <a:lnTo>
                      <a:pt x="15948" y="14211"/>
                    </a:lnTo>
                    <a:lnTo>
                      <a:pt x="21600" y="9663"/>
                    </a:lnTo>
                    <a:lnTo>
                      <a:pt x="16755" y="19895"/>
                    </a:lnTo>
                    <a:lnTo>
                      <a:pt x="11103" y="21600"/>
                    </a:lnTo>
                    <a:lnTo>
                      <a:pt x="6056" y="170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7" name="Shape"/>
              <p:cNvSpPr/>
              <p:nvPr/>
            </p:nvSpPr>
            <p:spPr>
              <a:xfrm>
                <a:off x="47625" y="955675"/>
                <a:ext cx="49213" cy="1936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181" y="0"/>
                    </a:moveTo>
                    <a:lnTo>
                      <a:pt x="5574" y="7790"/>
                    </a:lnTo>
                    <a:lnTo>
                      <a:pt x="9755" y="12216"/>
                    </a:lnTo>
                    <a:lnTo>
                      <a:pt x="21600" y="21600"/>
                    </a:lnTo>
                    <a:lnTo>
                      <a:pt x="10452" y="18944"/>
                    </a:lnTo>
                    <a:lnTo>
                      <a:pt x="5574" y="10977"/>
                    </a:lnTo>
                    <a:lnTo>
                      <a:pt x="0" y="6905"/>
                    </a:lnTo>
                    <a:lnTo>
                      <a:pt x="4181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8" name="Shape"/>
              <p:cNvSpPr/>
              <p:nvPr/>
            </p:nvSpPr>
            <p:spPr>
              <a:xfrm>
                <a:off x="511175" y="615950"/>
                <a:ext cx="96838" cy="76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977" y="20250"/>
                    </a:lnTo>
                    <a:lnTo>
                      <a:pt x="18767" y="14400"/>
                    </a:lnTo>
                    <a:lnTo>
                      <a:pt x="19475" y="8550"/>
                    </a:lnTo>
                    <a:lnTo>
                      <a:pt x="21600" y="0"/>
                    </a:lnTo>
                    <a:lnTo>
                      <a:pt x="16643" y="1035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69" name="Shape"/>
              <p:cNvSpPr/>
              <p:nvPr/>
            </p:nvSpPr>
            <p:spPr>
              <a:xfrm>
                <a:off x="68262" y="674687"/>
                <a:ext cx="139701" cy="90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700" y="0"/>
                    </a:moveTo>
                    <a:lnTo>
                      <a:pt x="8100" y="9095"/>
                    </a:lnTo>
                    <a:lnTo>
                      <a:pt x="12273" y="14400"/>
                    </a:lnTo>
                    <a:lnTo>
                      <a:pt x="18655" y="19705"/>
                    </a:lnTo>
                    <a:lnTo>
                      <a:pt x="21600" y="21600"/>
                    </a:lnTo>
                    <a:lnTo>
                      <a:pt x="18164" y="21600"/>
                    </a:lnTo>
                    <a:lnTo>
                      <a:pt x="12518" y="21600"/>
                    </a:lnTo>
                    <a:lnTo>
                      <a:pt x="0" y="18947"/>
                    </a:lnTo>
                    <a:lnTo>
                      <a:pt x="9082" y="18947"/>
                    </a:lnTo>
                    <a:lnTo>
                      <a:pt x="12273" y="18568"/>
                    </a:lnTo>
                    <a:lnTo>
                      <a:pt x="6627" y="12505"/>
                    </a:lnTo>
                    <a:lnTo>
                      <a:pt x="27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85" name="Group"/>
            <p:cNvGrpSpPr/>
            <p:nvPr/>
          </p:nvGrpSpPr>
          <p:grpSpPr>
            <a:xfrm>
              <a:off x="0" y="360362"/>
              <a:ext cx="1046163" cy="757238"/>
              <a:chOff x="0" y="0"/>
              <a:chExt cx="1046162" cy="757237"/>
            </a:xfrm>
          </p:grpSpPr>
          <p:sp>
            <p:nvSpPr>
              <p:cNvPr id="471" name="Shape"/>
              <p:cNvSpPr/>
              <p:nvPr/>
            </p:nvSpPr>
            <p:spPr>
              <a:xfrm>
                <a:off x="0" y="0"/>
                <a:ext cx="1046163" cy="757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56" y="2717"/>
                    </a:moveTo>
                    <a:lnTo>
                      <a:pt x="5703" y="2264"/>
                    </a:lnTo>
                    <a:lnTo>
                      <a:pt x="7375" y="1857"/>
                    </a:lnTo>
                    <a:lnTo>
                      <a:pt x="9374" y="408"/>
                    </a:lnTo>
                    <a:lnTo>
                      <a:pt x="10620" y="91"/>
                    </a:lnTo>
                    <a:lnTo>
                      <a:pt x="12127" y="0"/>
                    </a:lnTo>
                    <a:lnTo>
                      <a:pt x="14029" y="226"/>
                    </a:lnTo>
                    <a:lnTo>
                      <a:pt x="15831" y="1675"/>
                    </a:lnTo>
                    <a:lnTo>
                      <a:pt x="17995" y="2491"/>
                    </a:lnTo>
                    <a:lnTo>
                      <a:pt x="18945" y="3306"/>
                    </a:lnTo>
                    <a:lnTo>
                      <a:pt x="19207" y="4166"/>
                    </a:lnTo>
                    <a:lnTo>
                      <a:pt x="19961" y="5796"/>
                    </a:lnTo>
                    <a:lnTo>
                      <a:pt x="20813" y="7336"/>
                    </a:lnTo>
                    <a:lnTo>
                      <a:pt x="21338" y="9962"/>
                    </a:lnTo>
                    <a:lnTo>
                      <a:pt x="21600" y="11955"/>
                    </a:lnTo>
                    <a:lnTo>
                      <a:pt x="21371" y="14038"/>
                    </a:lnTo>
                    <a:lnTo>
                      <a:pt x="20453" y="14943"/>
                    </a:lnTo>
                    <a:lnTo>
                      <a:pt x="18355" y="14128"/>
                    </a:lnTo>
                    <a:lnTo>
                      <a:pt x="18126" y="15170"/>
                    </a:lnTo>
                    <a:lnTo>
                      <a:pt x="18355" y="16800"/>
                    </a:lnTo>
                    <a:lnTo>
                      <a:pt x="18683" y="18023"/>
                    </a:lnTo>
                    <a:lnTo>
                      <a:pt x="18355" y="19291"/>
                    </a:lnTo>
                    <a:lnTo>
                      <a:pt x="17405" y="20106"/>
                    </a:lnTo>
                    <a:lnTo>
                      <a:pt x="15897" y="20830"/>
                    </a:lnTo>
                    <a:lnTo>
                      <a:pt x="13602" y="21283"/>
                    </a:lnTo>
                    <a:lnTo>
                      <a:pt x="11636" y="21600"/>
                    </a:lnTo>
                    <a:lnTo>
                      <a:pt x="9112" y="21555"/>
                    </a:lnTo>
                    <a:lnTo>
                      <a:pt x="6129" y="20875"/>
                    </a:lnTo>
                    <a:lnTo>
                      <a:pt x="5834" y="19743"/>
                    </a:lnTo>
                    <a:lnTo>
                      <a:pt x="6064" y="18521"/>
                    </a:lnTo>
                    <a:lnTo>
                      <a:pt x="6064" y="16619"/>
                    </a:lnTo>
                    <a:lnTo>
                      <a:pt x="5933" y="14038"/>
                    </a:lnTo>
                    <a:lnTo>
                      <a:pt x="4261" y="16438"/>
                    </a:lnTo>
                    <a:lnTo>
                      <a:pt x="2720" y="16936"/>
                    </a:lnTo>
                    <a:lnTo>
                      <a:pt x="1606" y="17253"/>
                    </a:lnTo>
                    <a:lnTo>
                      <a:pt x="557" y="16664"/>
                    </a:lnTo>
                    <a:lnTo>
                      <a:pt x="0" y="15260"/>
                    </a:lnTo>
                    <a:lnTo>
                      <a:pt x="66" y="13223"/>
                    </a:lnTo>
                    <a:lnTo>
                      <a:pt x="951" y="12136"/>
                    </a:lnTo>
                    <a:lnTo>
                      <a:pt x="1803" y="10460"/>
                    </a:lnTo>
                    <a:lnTo>
                      <a:pt x="2819" y="7155"/>
                    </a:lnTo>
                    <a:lnTo>
                      <a:pt x="3245" y="5615"/>
                    </a:lnTo>
                    <a:lnTo>
                      <a:pt x="3638" y="4257"/>
                    </a:lnTo>
                    <a:lnTo>
                      <a:pt x="4556" y="2717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2" name="Shape"/>
              <p:cNvSpPr/>
              <p:nvPr/>
            </p:nvSpPr>
            <p:spPr>
              <a:xfrm>
                <a:off x="15875" y="12700"/>
                <a:ext cx="1014413" cy="711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68" y="2025"/>
                    </a:moveTo>
                    <a:lnTo>
                      <a:pt x="5408" y="2411"/>
                    </a:lnTo>
                    <a:lnTo>
                      <a:pt x="4462" y="2941"/>
                    </a:lnTo>
                    <a:lnTo>
                      <a:pt x="3718" y="4098"/>
                    </a:lnTo>
                    <a:lnTo>
                      <a:pt x="3482" y="5111"/>
                    </a:lnTo>
                    <a:lnTo>
                      <a:pt x="2873" y="7039"/>
                    </a:lnTo>
                    <a:lnTo>
                      <a:pt x="1859" y="11186"/>
                    </a:lnTo>
                    <a:lnTo>
                      <a:pt x="1183" y="12198"/>
                    </a:lnTo>
                    <a:lnTo>
                      <a:pt x="1048" y="13355"/>
                    </a:lnTo>
                    <a:lnTo>
                      <a:pt x="1115" y="14561"/>
                    </a:lnTo>
                    <a:lnTo>
                      <a:pt x="845" y="13211"/>
                    </a:lnTo>
                    <a:lnTo>
                      <a:pt x="879" y="12536"/>
                    </a:lnTo>
                    <a:lnTo>
                      <a:pt x="304" y="13355"/>
                    </a:lnTo>
                    <a:lnTo>
                      <a:pt x="0" y="14127"/>
                    </a:lnTo>
                    <a:lnTo>
                      <a:pt x="68" y="15573"/>
                    </a:lnTo>
                    <a:lnTo>
                      <a:pt x="608" y="16827"/>
                    </a:lnTo>
                    <a:lnTo>
                      <a:pt x="1285" y="17068"/>
                    </a:lnTo>
                    <a:lnTo>
                      <a:pt x="3042" y="16875"/>
                    </a:lnTo>
                    <a:lnTo>
                      <a:pt x="3718" y="16489"/>
                    </a:lnTo>
                    <a:lnTo>
                      <a:pt x="4732" y="15139"/>
                    </a:lnTo>
                    <a:lnTo>
                      <a:pt x="5510" y="14030"/>
                    </a:lnTo>
                    <a:lnTo>
                      <a:pt x="4699" y="11861"/>
                    </a:lnTo>
                    <a:lnTo>
                      <a:pt x="4293" y="10414"/>
                    </a:lnTo>
                    <a:lnTo>
                      <a:pt x="4259" y="7377"/>
                    </a:lnTo>
                    <a:lnTo>
                      <a:pt x="4394" y="6220"/>
                    </a:lnTo>
                    <a:lnTo>
                      <a:pt x="4530" y="8148"/>
                    </a:lnTo>
                    <a:lnTo>
                      <a:pt x="4530" y="10077"/>
                    </a:lnTo>
                    <a:lnTo>
                      <a:pt x="5037" y="11716"/>
                    </a:lnTo>
                    <a:lnTo>
                      <a:pt x="5713" y="13789"/>
                    </a:lnTo>
                    <a:lnTo>
                      <a:pt x="5577" y="11764"/>
                    </a:lnTo>
                    <a:lnTo>
                      <a:pt x="5273" y="9402"/>
                    </a:lnTo>
                    <a:lnTo>
                      <a:pt x="5375" y="7907"/>
                    </a:lnTo>
                    <a:lnTo>
                      <a:pt x="5577" y="6220"/>
                    </a:lnTo>
                    <a:lnTo>
                      <a:pt x="5577" y="8582"/>
                    </a:lnTo>
                    <a:lnTo>
                      <a:pt x="5645" y="10752"/>
                    </a:lnTo>
                    <a:lnTo>
                      <a:pt x="5713" y="11764"/>
                    </a:lnTo>
                    <a:lnTo>
                      <a:pt x="6017" y="9498"/>
                    </a:lnTo>
                    <a:lnTo>
                      <a:pt x="6456" y="7570"/>
                    </a:lnTo>
                    <a:lnTo>
                      <a:pt x="6287" y="9739"/>
                    </a:lnTo>
                    <a:lnTo>
                      <a:pt x="6085" y="11427"/>
                    </a:lnTo>
                    <a:lnTo>
                      <a:pt x="5949" y="12873"/>
                    </a:lnTo>
                    <a:lnTo>
                      <a:pt x="6085" y="14223"/>
                    </a:lnTo>
                    <a:lnTo>
                      <a:pt x="6152" y="15959"/>
                    </a:lnTo>
                    <a:lnTo>
                      <a:pt x="6152" y="17502"/>
                    </a:lnTo>
                    <a:lnTo>
                      <a:pt x="6017" y="18755"/>
                    </a:lnTo>
                    <a:lnTo>
                      <a:pt x="6997" y="17743"/>
                    </a:lnTo>
                    <a:lnTo>
                      <a:pt x="8011" y="15718"/>
                    </a:lnTo>
                    <a:lnTo>
                      <a:pt x="9127" y="13596"/>
                    </a:lnTo>
                    <a:lnTo>
                      <a:pt x="8383" y="15863"/>
                    </a:lnTo>
                    <a:lnTo>
                      <a:pt x="7369" y="18225"/>
                    </a:lnTo>
                    <a:lnTo>
                      <a:pt x="6389" y="19093"/>
                    </a:lnTo>
                    <a:lnTo>
                      <a:pt x="6017" y="19575"/>
                    </a:lnTo>
                    <a:lnTo>
                      <a:pt x="6085" y="20588"/>
                    </a:lnTo>
                    <a:lnTo>
                      <a:pt x="6930" y="21455"/>
                    </a:lnTo>
                    <a:lnTo>
                      <a:pt x="8011" y="21118"/>
                    </a:lnTo>
                    <a:lnTo>
                      <a:pt x="9059" y="20588"/>
                    </a:lnTo>
                    <a:lnTo>
                      <a:pt x="10411" y="18466"/>
                    </a:lnTo>
                    <a:lnTo>
                      <a:pt x="9566" y="20491"/>
                    </a:lnTo>
                    <a:lnTo>
                      <a:pt x="8315" y="21455"/>
                    </a:lnTo>
                    <a:lnTo>
                      <a:pt x="9431" y="21600"/>
                    </a:lnTo>
                    <a:lnTo>
                      <a:pt x="12338" y="21455"/>
                    </a:lnTo>
                    <a:lnTo>
                      <a:pt x="12980" y="20925"/>
                    </a:lnTo>
                    <a:lnTo>
                      <a:pt x="13386" y="20105"/>
                    </a:lnTo>
                    <a:lnTo>
                      <a:pt x="13285" y="18080"/>
                    </a:lnTo>
                    <a:lnTo>
                      <a:pt x="13285" y="16489"/>
                    </a:lnTo>
                    <a:lnTo>
                      <a:pt x="13825" y="13982"/>
                    </a:lnTo>
                    <a:lnTo>
                      <a:pt x="14839" y="12343"/>
                    </a:lnTo>
                    <a:lnTo>
                      <a:pt x="14096" y="14030"/>
                    </a:lnTo>
                    <a:lnTo>
                      <a:pt x="13758" y="15814"/>
                    </a:lnTo>
                    <a:lnTo>
                      <a:pt x="13656" y="16971"/>
                    </a:lnTo>
                    <a:lnTo>
                      <a:pt x="13656" y="18418"/>
                    </a:lnTo>
                    <a:lnTo>
                      <a:pt x="13656" y="19430"/>
                    </a:lnTo>
                    <a:lnTo>
                      <a:pt x="13656" y="20443"/>
                    </a:lnTo>
                    <a:lnTo>
                      <a:pt x="13082" y="21359"/>
                    </a:lnTo>
                    <a:lnTo>
                      <a:pt x="14637" y="21359"/>
                    </a:lnTo>
                    <a:lnTo>
                      <a:pt x="16056" y="20588"/>
                    </a:lnTo>
                    <a:lnTo>
                      <a:pt x="16496" y="19913"/>
                    </a:lnTo>
                    <a:lnTo>
                      <a:pt x="16699" y="17984"/>
                    </a:lnTo>
                    <a:lnTo>
                      <a:pt x="16563" y="16152"/>
                    </a:lnTo>
                    <a:lnTo>
                      <a:pt x="16563" y="15718"/>
                    </a:lnTo>
                    <a:lnTo>
                      <a:pt x="16800" y="14705"/>
                    </a:lnTo>
                    <a:lnTo>
                      <a:pt x="16800" y="16296"/>
                    </a:lnTo>
                    <a:lnTo>
                      <a:pt x="17003" y="17309"/>
                    </a:lnTo>
                    <a:lnTo>
                      <a:pt x="16935" y="18659"/>
                    </a:lnTo>
                    <a:lnTo>
                      <a:pt x="16800" y="19768"/>
                    </a:lnTo>
                    <a:lnTo>
                      <a:pt x="16496" y="20588"/>
                    </a:lnTo>
                    <a:lnTo>
                      <a:pt x="17375" y="19816"/>
                    </a:lnTo>
                    <a:lnTo>
                      <a:pt x="18051" y="19238"/>
                    </a:lnTo>
                    <a:lnTo>
                      <a:pt x="18355" y="19238"/>
                    </a:lnTo>
                    <a:lnTo>
                      <a:pt x="18490" y="18321"/>
                    </a:lnTo>
                    <a:lnTo>
                      <a:pt x="17746" y="17213"/>
                    </a:lnTo>
                    <a:lnTo>
                      <a:pt x="17307" y="16152"/>
                    </a:lnTo>
                    <a:lnTo>
                      <a:pt x="17915" y="16971"/>
                    </a:lnTo>
                    <a:lnTo>
                      <a:pt x="18186" y="17598"/>
                    </a:lnTo>
                    <a:lnTo>
                      <a:pt x="17746" y="16489"/>
                    </a:lnTo>
                    <a:lnTo>
                      <a:pt x="17510" y="15139"/>
                    </a:lnTo>
                    <a:lnTo>
                      <a:pt x="17476" y="14320"/>
                    </a:lnTo>
                    <a:lnTo>
                      <a:pt x="17814" y="15236"/>
                    </a:lnTo>
                    <a:lnTo>
                      <a:pt x="18051" y="16875"/>
                    </a:lnTo>
                    <a:lnTo>
                      <a:pt x="18051" y="14802"/>
                    </a:lnTo>
                    <a:lnTo>
                      <a:pt x="18186" y="14368"/>
                    </a:lnTo>
                    <a:lnTo>
                      <a:pt x="17915" y="13452"/>
                    </a:lnTo>
                    <a:lnTo>
                      <a:pt x="17476" y="12102"/>
                    </a:lnTo>
                    <a:lnTo>
                      <a:pt x="17003" y="9980"/>
                    </a:lnTo>
                    <a:lnTo>
                      <a:pt x="17476" y="11089"/>
                    </a:lnTo>
                    <a:lnTo>
                      <a:pt x="17949" y="13114"/>
                    </a:lnTo>
                    <a:lnTo>
                      <a:pt x="18423" y="14127"/>
                    </a:lnTo>
                    <a:lnTo>
                      <a:pt x="18490" y="12777"/>
                    </a:lnTo>
                    <a:lnTo>
                      <a:pt x="18186" y="11089"/>
                    </a:lnTo>
                    <a:lnTo>
                      <a:pt x="17746" y="9595"/>
                    </a:lnTo>
                    <a:lnTo>
                      <a:pt x="17307" y="8245"/>
                    </a:lnTo>
                    <a:lnTo>
                      <a:pt x="16868" y="6798"/>
                    </a:lnTo>
                    <a:lnTo>
                      <a:pt x="17476" y="7907"/>
                    </a:lnTo>
                    <a:lnTo>
                      <a:pt x="17949" y="9161"/>
                    </a:lnTo>
                    <a:lnTo>
                      <a:pt x="18118" y="9836"/>
                    </a:lnTo>
                    <a:lnTo>
                      <a:pt x="18423" y="11330"/>
                    </a:lnTo>
                    <a:lnTo>
                      <a:pt x="18930" y="12439"/>
                    </a:lnTo>
                    <a:lnTo>
                      <a:pt x="20113" y="13355"/>
                    </a:lnTo>
                    <a:lnTo>
                      <a:pt x="19166" y="13018"/>
                    </a:lnTo>
                    <a:lnTo>
                      <a:pt x="18727" y="12680"/>
                    </a:lnTo>
                    <a:lnTo>
                      <a:pt x="18558" y="14127"/>
                    </a:lnTo>
                    <a:lnTo>
                      <a:pt x="19808" y="14368"/>
                    </a:lnTo>
                    <a:lnTo>
                      <a:pt x="20451" y="14802"/>
                    </a:lnTo>
                    <a:lnTo>
                      <a:pt x="21363" y="14223"/>
                    </a:lnTo>
                    <a:lnTo>
                      <a:pt x="21600" y="12584"/>
                    </a:lnTo>
                    <a:lnTo>
                      <a:pt x="21465" y="11764"/>
                    </a:lnTo>
                    <a:lnTo>
                      <a:pt x="21363" y="10993"/>
                    </a:lnTo>
                    <a:lnTo>
                      <a:pt x="21228" y="9498"/>
                    </a:lnTo>
                    <a:lnTo>
                      <a:pt x="20789" y="7570"/>
                    </a:lnTo>
                    <a:lnTo>
                      <a:pt x="20485" y="7329"/>
                    </a:lnTo>
                    <a:lnTo>
                      <a:pt x="20045" y="6268"/>
                    </a:lnTo>
                    <a:lnTo>
                      <a:pt x="19606" y="5448"/>
                    </a:lnTo>
                    <a:lnTo>
                      <a:pt x="19099" y="4291"/>
                    </a:lnTo>
                    <a:lnTo>
                      <a:pt x="18862" y="3423"/>
                    </a:lnTo>
                    <a:lnTo>
                      <a:pt x="17915" y="2604"/>
                    </a:lnTo>
                    <a:lnTo>
                      <a:pt x="16868" y="2121"/>
                    </a:lnTo>
                    <a:lnTo>
                      <a:pt x="15380" y="1687"/>
                    </a:lnTo>
                    <a:lnTo>
                      <a:pt x="14941" y="1157"/>
                    </a:lnTo>
                    <a:lnTo>
                      <a:pt x="14062" y="868"/>
                    </a:lnTo>
                    <a:lnTo>
                      <a:pt x="12473" y="771"/>
                    </a:lnTo>
                    <a:lnTo>
                      <a:pt x="10344" y="868"/>
                    </a:lnTo>
                    <a:lnTo>
                      <a:pt x="14062" y="241"/>
                    </a:lnTo>
                    <a:lnTo>
                      <a:pt x="13656" y="0"/>
                    </a:lnTo>
                    <a:lnTo>
                      <a:pt x="11899" y="96"/>
                    </a:lnTo>
                    <a:lnTo>
                      <a:pt x="10479" y="0"/>
                    </a:lnTo>
                    <a:lnTo>
                      <a:pt x="9566" y="241"/>
                    </a:lnTo>
                    <a:lnTo>
                      <a:pt x="9059" y="579"/>
                    </a:lnTo>
                    <a:lnTo>
                      <a:pt x="8383" y="1254"/>
                    </a:lnTo>
                    <a:lnTo>
                      <a:pt x="7268" y="2025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3" name="Shape"/>
              <p:cNvSpPr/>
              <p:nvPr/>
            </p:nvSpPr>
            <p:spPr>
              <a:xfrm>
                <a:off x="508000" y="134937"/>
                <a:ext cx="88900" cy="3111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57" y="0"/>
                    </a:moveTo>
                    <a:lnTo>
                      <a:pt x="16971" y="7384"/>
                    </a:lnTo>
                    <a:lnTo>
                      <a:pt x="12343" y="14327"/>
                    </a:lnTo>
                    <a:lnTo>
                      <a:pt x="0" y="21600"/>
                    </a:lnTo>
                    <a:lnTo>
                      <a:pt x="13886" y="15649"/>
                    </a:lnTo>
                    <a:lnTo>
                      <a:pt x="20829" y="10469"/>
                    </a:lnTo>
                    <a:lnTo>
                      <a:pt x="21600" y="6282"/>
                    </a:lnTo>
                    <a:lnTo>
                      <a:pt x="20057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4" name="Shape"/>
              <p:cNvSpPr/>
              <p:nvPr/>
            </p:nvSpPr>
            <p:spPr>
              <a:xfrm>
                <a:off x="342900" y="85725"/>
                <a:ext cx="117475" cy="357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265" y="5184"/>
                    </a:lnTo>
                    <a:lnTo>
                      <a:pt x="14303" y="12288"/>
                    </a:lnTo>
                    <a:lnTo>
                      <a:pt x="9632" y="16992"/>
                    </a:lnTo>
                    <a:lnTo>
                      <a:pt x="0" y="21600"/>
                    </a:lnTo>
                    <a:lnTo>
                      <a:pt x="13719" y="15744"/>
                    </a:lnTo>
                    <a:lnTo>
                      <a:pt x="18681" y="11136"/>
                    </a:lnTo>
                    <a:lnTo>
                      <a:pt x="19849" y="8352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5" name="Shape"/>
              <p:cNvSpPr/>
              <p:nvPr/>
            </p:nvSpPr>
            <p:spPr>
              <a:xfrm>
                <a:off x="171450" y="409575"/>
                <a:ext cx="39688" cy="1381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872" y="8938"/>
                    </a:lnTo>
                    <a:lnTo>
                      <a:pt x="9504" y="18372"/>
                    </a:lnTo>
                    <a:lnTo>
                      <a:pt x="0" y="21600"/>
                    </a:lnTo>
                    <a:lnTo>
                      <a:pt x="9504" y="13159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6" name="Shape"/>
              <p:cNvSpPr/>
              <p:nvPr/>
            </p:nvSpPr>
            <p:spPr>
              <a:xfrm>
                <a:off x="123825" y="254000"/>
                <a:ext cx="30163" cy="247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3642" y="6646"/>
                    </a:lnTo>
                    <a:lnTo>
                      <a:pt x="5684" y="13569"/>
                    </a:lnTo>
                    <a:lnTo>
                      <a:pt x="5684" y="17031"/>
                    </a:lnTo>
                    <a:lnTo>
                      <a:pt x="7958" y="21600"/>
                    </a:lnTo>
                    <a:lnTo>
                      <a:pt x="0" y="16338"/>
                    </a:lnTo>
                    <a:lnTo>
                      <a:pt x="0" y="11354"/>
                    </a:lnTo>
                    <a:lnTo>
                      <a:pt x="7958" y="7615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7" name="Shape"/>
              <p:cNvSpPr/>
              <p:nvPr/>
            </p:nvSpPr>
            <p:spPr>
              <a:xfrm>
                <a:off x="293687" y="103187"/>
                <a:ext cx="19051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6438"/>
                    </a:lnTo>
                    <a:lnTo>
                      <a:pt x="0" y="12462"/>
                    </a:lnTo>
                    <a:lnTo>
                      <a:pt x="0" y="21600"/>
                    </a:lnTo>
                    <a:lnTo>
                      <a:pt x="10800" y="11423"/>
                    </a:lnTo>
                    <a:lnTo>
                      <a:pt x="18000" y="6646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8" name="Shape"/>
              <p:cNvSpPr/>
              <p:nvPr/>
            </p:nvSpPr>
            <p:spPr>
              <a:xfrm>
                <a:off x="325437" y="185737"/>
                <a:ext cx="46038" cy="182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1172" y="12960"/>
                    </a:lnTo>
                    <a:lnTo>
                      <a:pt x="18621" y="6198"/>
                    </a:lnTo>
                    <a:lnTo>
                      <a:pt x="21600" y="0"/>
                    </a:lnTo>
                    <a:lnTo>
                      <a:pt x="21600" y="10143"/>
                    </a:lnTo>
                    <a:lnTo>
                      <a:pt x="14152" y="16529"/>
                    </a:lnTo>
                    <a:lnTo>
                      <a:pt x="0" y="2160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79" name="Shape"/>
              <p:cNvSpPr/>
              <p:nvPr/>
            </p:nvSpPr>
            <p:spPr>
              <a:xfrm>
                <a:off x="312737" y="388937"/>
                <a:ext cx="120651" cy="158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6200" y="5184"/>
                    </a:lnTo>
                    <a:lnTo>
                      <a:pt x="9663" y="9936"/>
                    </a:lnTo>
                    <a:lnTo>
                      <a:pt x="3695" y="15768"/>
                    </a:lnTo>
                    <a:lnTo>
                      <a:pt x="0" y="21600"/>
                    </a:lnTo>
                    <a:lnTo>
                      <a:pt x="7674" y="14256"/>
                    </a:lnTo>
                    <a:lnTo>
                      <a:pt x="15632" y="7992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0" name="Shape"/>
              <p:cNvSpPr/>
              <p:nvPr/>
            </p:nvSpPr>
            <p:spPr>
              <a:xfrm>
                <a:off x="571500" y="234950"/>
                <a:ext cx="153988" cy="393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012" y="16113"/>
                    </a:lnTo>
                    <a:lnTo>
                      <a:pt x="8907" y="11845"/>
                    </a:lnTo>
                    <a:lnTo>
                      <a:pt x="14920" y="8535"/>
                    </a:lnTo>
                    <a:lnTo>
                      <a:pt x="21600" y="3048"/>
                    </a:lnTo>
                    <a:lnTo>
                      <a:pt x="21600" y="0"/>
                    </a:lnTo>
                    <a:lnTo>
                      <a:pt x="13138" y="7403"/>
                    </a:lnTo>
                    <a:lnTo>
                      <a:pt x="6458" y="12194"/>
                    </a:lnTo>
                    <a:lnTo>
                      <a:pt x="5567" y="15765"/>
                    </a:lnTo>
                    <a:lnTo>
                      <a:pt x="0" y="2160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1" name="Shape"/>
              <p:cNvSpPr/>
              <p:nvPr/>
            </p:nvSpPr>
            <p:spPr>
              <a:xfrm>
                <a:off x="842962" y="157162"/>
                <a:ext cx="25401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50" y="0"/>
                    </a:moveTo>
                    <a:lnTo>
                      <a:pt x="9450" y="10592"/>
                    </a:lnTo>
                    <a:lnTo>
                      <a:pt x="20250" y="17446"/>
                    </a:lnTo>
                    <a:lnTo>
                      <a:pt x="21600" y="21600"/>
                    </a:lnTo>
                    <a:lnTo>
                      <a:pt x="6750" y="14538"/>
                    </a:lnTo>
                    <a:lnTo>
                      <a:pt x="0" y="8931"/>
                    </a:lnTo>
                    <a:lnTo>
                      <a:pt x="675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2" name="Shape"/>
              <p:cNvSpPr/>
              <p:nvPr/>
            </p:nvSpPr>
            <p:spPr>
              <a:xfrm>
                <a:off x="881062" y="147637"/>
                <a:ext cx="61913" cy="207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431" y="8574"/>
                    </a:lnTo>
                    <a:lnTo>
                      <a:pt x="11631" y="14510"/>
                    </a:lnTo>
                    <a:lnTo>
                      <a:pt x="21600" y="21600"/>
                    </a:lnTo>
                    <a:lnTo>
                      <a:pt x="11631" y="10553"/>
                    </a:lnTo>
                    <a:lnTo>
                      <a:pt x="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3" name="Shape"/>
              <p:cNvSpPr/>
              <p:nvPr/>
            </p:nvSpPr>
            <p:spPr>
              <a:xfrm>
                <a:off x="887412" y="377825"/>
                <a:ext cx="57151" cy="3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3800" y="21600"/>
                    </a:lnTo>
                    <a:lnTo>
                      <a:pt x="21600" y="18189"/>
                    </a:lnTo>
                    <a:lnTo>
                      <a:pt x="14400" y="7958"/>
                    </a:lnTo>
                    <a:lnTo>
                      <a:pt x="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4" name="Shape"/>
              <p:cNvSpPr/>
              <p:nvPr/>
            </p:nvSpPr>
            <p:spPr>
              <a:xfrm>
                <a:off x="665162" y="60325"/>
                <a:ext cx="30163" cy="1762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232" y="0"/>
                    </a:moveTo>
                    <a:lnTo>
                      <a:pt x="12505" y="9146"/>
                    </a:lnTo>
                    <a:lnTo>
                      <a:pt x="9095" y="15373"/>
                    </a:lnTo>
                    <a:lnTo>
                      <a:pt x="0" y="21600"/>
                    </a:lnTo>
                    <a:lnTo>
                      <a:pt x="19326" y="12065"/>
                    </a:lnTo>
                    <a:lnTo>
                      <a:pt x="21600" y="6811"/>
                    </a:lnTo>
                    <a:lnTo>
                      <a:pt x="10232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  <p:grpSp>
        <p:nvGrpSpPr>
          <p:cNvPr id="543" name="Group"/>
          <p:cNvGrpSpPr/>
          <p:nvPr/>
        </p:nvGrpSpPr>
        <p:grpSpPr>
          <a:xfrm>
            <a:off x="5353050" y="3333750"/>
            <a:ext cx="1046163" cy="2547938"/>
            <a:chOff x="0" y="0"/>
            <a:chExt cx="1046162" cy="2547937"/>
          </a:xfrm>
        </p:grpSpPr>
        <p:grpSp>
          <p:nvGrpSpPr>
            <p:cNvPr id="491" name="Group"/>
            <p:cNvGrpSpPr/>
            <p:nvPr/>
          </p:nvGrpSpPr>
          <p:grpSpPr>
            <a:xfrm>
              <a:off x="576262" y="2279650"/>
              <a:ext cx="185738" cy="223838"/>
              <a:chOff x="0" y="0"/>
              <a:chExt cx="185737" cy="223837"/>
            </a:xfrm>
          </p:grpSpPr>
          <p:sp>
            <p:nvSpPr>
              <p:cNvPr id="487" name="Shape"/>
              <p:cNvSpPr/>
              <p:nvPr/>
            </p:nvSpPr>
            <p:spPr>
              <a:xfrm>
                <a:off x="0" y="57150"/>
                <a:ext cx="185738" cy="1666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400" y="1029"/>
                    </a:moveTo>
                    <a:lnTo>
                      <a:pt x="1477" y="8434"/>
                    </a:lnTo>
                    <a:lnTo>
                      <a:pt x="0" y="12137"/>
                    </a:lnTo>
                    <a:lnTo>
                      <a:pt x="1477" y="16046"/>
                    </a:lnTo>
                    <a:lnTo>
                      <a:pt x="1477" y="18720"/>
                    </a:lnTo>
                    <a:lnTo>
                      <a:pt x="3138" y="20571"/>
                    </a:lnTo>
                    <a:lnTo>
                      <a:pt x="8123" y="21189"/>
                    </a:lnTo>
                    <a:lnTo>
                      <a:pt x="12000" y="21600"/>
                    </a:lnTo>
                    <a:lnTo>
                      <a:pt x="16246" y="20777"/>
                    </a:lnTo>
                    <a:lnTo>
                      <a:pt x="19385" y="18720"/>
                    </a:lnTo>
                    <a:lnTo>
                      <a:pt x="19938" y="16046"/>
                    </a:lnTo>
                    <a:lnTo>
                      <a:pt x="21600" y="12343"/>
                    </a:lnTo>
                    <a:lnTo>
                      <a:pt x="20308" y="8023"/>
                    </a:lnTo>
                    <a:lnTo>
                      <a:pt x="18646" y="0"/>
                    </a:lnTo>
                    <a:lnTo>
                      <a:pt x="2400" y="1029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8" name="Shape"/>
              <p:cNvSpPr/>
              <p:nvPr/>
            </p:nvSpPr>
            <p:spPr>
              <a:xfrm>
                <a:off x="50800" y="0"/>
                <a:ext cx="133350" cy="587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4657" y="10508"/>
                    </a:lnTo>
                    <a:lnTo>
                      <a:pt x="6943" y="18097"/>
                    </a:lnTo>
                    <a:lnTo>
                      <a:pt x="0" y="18681"/>
                    </a:lnTo>
                    <a:lnTo>
                      <a:pt x="8486" y="21600"/>
                    </a:lnTo>
                    <a:lnTo>
                      <a:pt x="14657" y="18681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011993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89" name="Shape"/>
              <p:cNvSpPr/>
              <p:nvPr/>
            </p:nvSpPr>
            <p:spPr>
              <a:xfrm>
                <a:off x="22225" y="184150"/>
                <a:ext cx="136525" cy="222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0800"/>
                    </a:moveTo>
                    <a:lnTo>
                      <a:pt x="251" y="0"/>
                    </a:lnTo>
                    <a:lnTo>
                      <a:pt x="6530" y="6171"/>
                    </a:lnTo>
                    <a:lnTo>
                      <a:pt x="13563" y="6171"/>
                    </a:lnTo>
                    <a:lnTo>
                      <a:pt x="21600" y="0"/>
                    </a:lnTo>
                    <a:lnTo>
                      <a:pt x="20847" y="7714"/>
                    </a:lnTo>
                    <a:lnTo>
                      <a:pt x="16828" y="18514"/>
                    </a:lnTo>
                    <a:lnTo>
                      <a:pt x="12056" y="21600"/>
                    </a:lnTo>
                    <a:lnTo>
                      <a:pt x="8288" y="20057"/>
                    </a:lnTo>
                    <a:lnTo>
                      <a:pt x="4270" y="18514"/>
                    </a:lnTo>
                    <a:lnTo>
                      <a:pt x="0" y="108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0" name="Shape"/>
              <p:cNvSpPr/>
              <p:nvPr/>
            </p:nvSpPr>
            <p:spPr>
              <a:xfrm>
                <a:off x="30162" y="115887"/>
                <a:ext cx="136526" cy="65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7912"/>
                    </a:moveTo>
                    <a:lnTo>
                      <a:pt x="7535" y="21600"/>
                    </a:lnTo>
                    <a:lnTo>
                      <a:pt x="15572" y="21073"/>
                    </a:lnTo>
                    <a:lnTo>
                      <a:pt x="20093" y="17912"/>
                    </a:lnTo>
                    <a:lnTo>
                      <a:pt x="21600" y="14224"/>
                    </a:lnTo>
                    <a:lnTo>
                      <a:pt x="20847" y="6849"/>
                    </a:lnTo>
                    <a:lnTo>
                      <a:pt x="18586" y="527"/>
                    </a:lnTo>
                    <a:lnTo>
                      <a:pt x="16074" y="1580"/>
                    </a:lnTo>
                    <a:lnTo>
                      <a:pt x="9795" y="1580"/>
                    </a:lnTo>
                    <a:lnTo>
                      <a:pt x="2512" y="0"/>
                    </a:lnTo>
                    <a:lnTo>
                      <a:pt x="502" y="4215"/>
                    </a:lnTo>
                    <a:lnTo>
                      <a:pt x="0" y="17912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498" name="Group"/>
            <p:cNvGrpSpPr/>
            <p:nvPr/>
          </p:nvGrpSpPr>
          <p:grpSpPr>
            <a:xfrm>
              <a:off x="136525" y="2355850"/>
              <a:ext cx="371475" cy="192088"/>
              <a:chOff x="0" y="0"/>
              <a:chExt cx="371475" cy="192087"/>
            </a:xfrm>
          </p:grpSpPr>
          <p:sp>
            <p:nvSpPr>
              <p:cNvPr id="492" name="Shape"/>
              <p:cNvSpPr/>
              <p:nvPr/>
            </p:nvSpPr>
            <p:spPr>
              <a:xfrm>
                <a:off x="0" y="0"/>
                <a:ext cx="371475" cy="1920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569" y="2856"/>
                    </a:moveTo>
                    <a:lnTo>
                      <a:pt x="21415" y="11960"/>
                    </a:lnTo>
                    <a:lnTo>
                      <a:pt x="21415" y="15709"/>
                    </a:lnTo>
                    <a:lnTo>
                      <a:pt x="21600" y="18565"/>
                    </a:lnTo>
                    <a:lnTo>
                      <a:pt x="19662" y="20707"/>
                    </a:lnTo>
                    <a:lnTo>
                      <a:pt x="17908" y="21064"/>
                    </a:lnTo>
                    <a:lnTo>
                      <a:pt x="14862" y="21600"/>
                    </a:lnTo>
                    <a:lnTo>
                      <a:pt x="11815" y="21064"/>
                    </a:lnTo>
                    <a:lnTo>
                      <a:pt x="10523" y="18744"/>
                    </a:lnTo>
                    <a:lnTo>
                      <a:pt x="9138" y="16959"/>
                    </a:lnTo>
                    <a:lnTo>
                      <a:pt x="5077" y="15174"/>
                    </a:lnTo>
                    <a:lnTo>
                      <a:pt x="3046" y="14281"/>
                    </a:lnTo>
                    <a:lnTo>
                      <a:pt x="1569" y="12496"/>
                    </a:lnTo>
                    <a:lnTo>
                      <a:pt x="0" y="9818"/>
                    </a:lnTo>
                    <a:lnTo>
                      <a:pt x="369" y="6605"/>
                    </a:lnTo>
                    <a:lnTo>
                      <a:pt x="1569" y="4998"/>
                    </a:lnTo>
                    <a:lnTo>
                      <a:pt x="3231" y="4463"/>
                    </a:lnTo>
                    <a:lnTo>
                      <a:pt x="7938" y="4106"/>
                    </a:lnTo>
                    <a:lnTo>
                      <a:pt x="11631" y="0"/>
                    </a:lnTo>
                    <a:lnTo>
                      <a:pt x="17262" y="1607"/>
                    </a:lnTo>
                    <a:lnTo>
                      <a:pt x="19569" y="2856"/>
                    </a:lnTo>
                  </a:path>
                </a:pathLst>
              </a:custGeom>
              <a:solidFill>
                <a:srgbClr val="B0B0B0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3" name="Shape"/>
              <p:cNvSpPr/>
              <p:nvPr/>
            </p:nvSpPr>
            <p:spPr>
              <a:xfrm>
                <a:off x="20637" y="49212"/>
                <a:ext cx="57151" cy="238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440"/>
                    </a:moveTo>
                    <a:lnTo>
                      <a:pt x="15000" y="10080"/>
                    </a:lnTo>
                    <a:lnTo>
                      <a:pt x="11400" y="21600"/>
                    </a:lnTo>
                    <a:lnTo>
                      <a:pt x="0" y="10080"/>
                    </a:lnTo>
                    <a:lnTo>
                      <a:pt x="3600" y="4320"/>
                    </a:lnTo>
                    <a:lnTo>
                      <a:pt x="9600" y="0"/>
                    </a:lnTo>
                    <a:lnTo>
                      <a:pt x="21600" y="144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4" name="Shape"/>
              <p:cNvSpPr/>
              <p:nvPr/>
            </p:nvSpPr>
            <p:spPr>
              <a:xfrm>
                <a:off x="12700" y="69850"/>
                <a:ext cx="334963" cy="1063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12" y="0"/>
                    </a:moveTo>
                    <a:lnTo>
                      <a:pt x="2457" y="3224"/>
                    </a:lnTo>
                    <a:lnTo>
                      <a:pt x="4300" y="5481"/>
                    </a:lnTo>
                    <a:lnTo>
                      <a:pt x="6245" y="6770"/>
                    </a:lnTo>
                    <a:lnTo>
                      <a:pt x="8804" y="9027"/>
                    </a:lnTo>
                    <a:lnTo>
                      <a:pt x="10339" y="12896"/>
                    </a:lnTo>
                    <a:lnTo>
                      <a:pt x="12489" y="16119"/>
                    </a:lnTo>
                    <a:lnTo>
                      <a:pt x="15663" y="17731"/>
                    </a:lnTo>
                    <a:lnTo>
                      <a:pt x="19348" y="17409"/>
                    </a:lnTo>
                    <a:lnTo>
                      <a:pt x="21600" y="15475"/>
                    </a:lnTo>
                    <a:lnTo>
                      <a:pt x="21600" y="18376"/>
                    </a:lnTo>
                    <a:lnTo>
                      <a:pt x="19860" y="21278"/>
                    </a:lnTo>
                    <a:lnTo>
                      <a:pt x="16482" y="21600"/>
                    </a:lnTo>
                    <a:lnTo>
                      <a:pt x="14127" y="21600"/>
                    </a:lnTo>
                    <a:lnTo>
                      <a:pt x="12796" y="21278"/>
                    </a:lnTo>
                    <a:lnTo>
                      <a:pt x="10237" y="15152"/>
                    </a:lnTo>
                    <a:lnTo>
                      <a:pt x="9111" y="13540"/>
                    </a:lnTo>
                    <a:lnTo>
                      <a:pt x="6859" y="12573"/>
                    </a:lnTo>
                    <a:lnTo>
                      <a:pt x="2764" y="9027"/>
                    </a:lnTo>
                    <a:lnTo>
                      <a:pt x="0" y="3546"/>
                    </a:lnTo>
                    <a:lnTo>
                      <a:pt x="512" y="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5" name="Shape"/>
              <p:cNvSpPr/>
              <p:nvPr/>
            </p:nvSpPr>
            <p:spPr>
              <a:xfrm>
                <a:off x="223837" y="71437"/>
                <a:ext cx="125413" cy="762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89" y="21600"/>
                    </a:moveTo>
                    <a:lnTo>
                      <a:pt x="13671" y="21600"/>
                    </a:lnTo>
                    <a:lnTo>
                      <a:pt x="19139" y="19350"/>
                    </a:lnTo>
                    <a:lnTo>
                      <a:pt x="20780" y="18000"/>
                    </a:lnTo>
                    <a:lnTo>
                      <a:pt x="21600" y="13050"/>
                    </a:lnTo>
                    <a:lnTo>
                      <a:pt x="21053" y="6750"/>
                    </a:lnTo>
                    <a:lnTo>
                      <a:pt x="19139" y="0"/>
                    </a:lnTo>
                    <a:lnTo>
                      <a:pt x="12851" y="1800"/>
                    </a:lnTo>
                    <a:lnTo>
                      <a:pt x="7109" y="2250"/>
                    </a:lnTo>
                    <a:lnTo>
                      <a:pt x="3281" y="6300"/>
                    </a:lnTo>
                    <a:lnTo>
                      <a:pt x="1641" y="12150"/>
                    </a:lnTo>
                    <a:lnTo>
                      <a:pt x="0" y="19350"/>
                    </a:lnTo>
                    <a:lnTo>
                      <a:pt x="6289" y="2160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6" name="Shape"/>
              <p:cNvSpPr/>
              <p:nvPr/>
            </p:nvSpPr>
            <p:spPr>
              <a:xfrm>
                <a:off x="61912" y="49212"/>
                <a:ext cx="79376" cy="508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2150"/>
                    </a:moveTo>
                    <a:lnTo>
                      <a:pt x="6048" y="2025"/>
                    </a:lnTo>
                    <a:lnTo>
                      <a:pt x="12960" y="2025"/>
                    </a:lnTo>
                    <a:lnTo>
                      <a:pt x="21600" y="0"/>
                    </a:lnTo>
                    <a:lnTo>
                      <a:pt x="17280" y="9450"/>
                    </a:lnTo>
                    <a:lnTo>
                      <a:pt x="19440" y="21600"/>
                    </a:lnTo>
                    <a:lnTo>
                      <a:pt x="4752" y="16200"/>
                    </a:lnTo>
                    <a:lnTo>
                      <a:pt x="0" y="12150"/>
                    </a:lnTo>
                  </a:path>
                </a:pathLst>
              </a:custGeom>
              <a:solidFill>
                <a:srgbClr val="E6E6E6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497" name="Oval"/>
              <p:cNvSpPr/>
              <p:nvPr/>
            </p:nvSpPr>
            <p:spPr>
              <a:xfrm>
                <a:off x="166687" y="66675"/>
                <a:ext cx="33338" cy="47625"/>
              </a:xfrm>
              <a:prstGeom prst="ellipse">
                <a:avLst/>
              </a:prstGeom>
              <a:solidFill>
                <a:srgbClr val="9411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503" name="Group"/>
            <p:cNvGrpSpPr/>
            <p:nvPr/>
          </p:nvGrpSpPr>
          <p:grpSpPr>
            <a:xfrm>
              <a:off x="422275" y="0"/>
              <a:ext cx="320675" cy="392113"/>
              <a:chOff x="0" y="0"/>
              <a:chExt cx="320675" cy="392112"/>
            </a:xfrm>
          </p:grpSpPr>
          <p:sp>
            <p:nvSpPr>
              <p:cNvPr id="499" name="Shape"/>
              <p:cNvSpPr/>
              <p:nvPr/>
            </p:nvSpPr>
            <p:spPr>
              <a:xfrm>
                <a:off x="9525" y="0"/>
                <a:ext cx="311150" cy="3921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12" y="21600"/>
                    </a:moveTo>
                    <a:lnTo>
                      <a:pt x="2645" y="20201"/>
                    </a:lnTo>
                    <a:lnTo>
                      <a:pt x="3306" y="18539"/>
                    </a:lnTo>
                    <a:lnTo>
                      <a:pt x="3196" y="16965"/>
                    </a:lnTo>
                    <a:lnTo>
                      <a:pt x="1212" y="16440"/>
                    </a:lnTo>
                    <a:lnTo>
                      <a:pt x="0" y="14517"/>
                    </a:lnTo>
                    <a:lnTo>
                      <a:pt x="220" y="12505"/>
                    </a:lnTo>
                    <a:lnTo>
                      <a:pt x="331" y="9969"/>
                    </a:lnTo>
                    <a:lnTo>
                      <a:pt x="661" y="8657"/>
                    </a:lnTo>
                    <a:lnTo>
                      <a:pt x="0" y="7521"/>
                    </a:lnTo>
                    <a:lnTo>
                      <a:pt x="220" y="6121"/>
                    </a:lnTo>
                    <a:lnTo>
                      <a:pt x="661" y="4985"/>
                    </a:lnTo>
                    <a:lnTo>
                      <a:pt x="220" y="3323"/>
                    </a:lnTo>
                    <a:lnTo>
                      <a:pt x="2094" y="2274"/>
                    </a:lnTo>
                    <a:lnTo>
                      <a:pt x="4518" y="1224"/>
                    </a:lnTo>
                    <a:lnTo>
                      <a:pt x="7053" y="612"/>
                    </a:lnTo>
                    <a:lnTo>
                      <a:pt x="10249" y="0"/>
                    </a:lnTo>
                    <a:lnTo>
                      <a:pt x="14106" y="262"/>
                    </a:lnTo>
                    <a:lnTo>
                      <a:pt x="17522" y="874"/>
                    </a:lnTo>
                    <a:lnTo>
                      <a:pt x="19727" y="2449"/>
                    </a:lnTo>
                    <a:lnTo>
                      <a:pt x="20829" y="4110"/>
                    </a:lnTo>
                    <a:lnTo>
                      <a:pt x="21380" y="6034"/>
                    </a:lnTo>
                    <a:lnTo>
                      <a:pt x="21600" y="8832"/>
                    </a:lnTo>
                    <a:lnTo>
                      <a:pt x="20829" y="10669"/>
                    </a:lnTo>
                    <a:lnTo>
                      <a:pt x="19947" y="11981"/>
                    </a:lnTo>
                    <a:lnTo>
                      <a:pt x="18735" y="13904"/>
                    </a:lnTo>
                    <a:lnTo>
                      <a:pt x="16751" y="15129"/>
                    </a:lnTo>
                    <a:lnTo>
                      <a:pt x="15759" y="16440"/>
                    </a:lnTo>
                    <a:lnTo>
                      <a:pt x="15759" y="17752"/>
                    </a:lnTo>
                    <a:lnTo>
                      <a:pt x="16310" y="19326"/>
                    </a:lnTo>
                    <a:lnTo>
                      <a:pt x="18184" y="21425"/>
                    </a:lnTo>
                    <a:lnTo>
                      <a:pt x="1212" y="21600"/>
                    </a:lnTo>
                  </a:path>
                </a:pathLst>
              </a:custGeom>
              <a:solidFill>
                <a:srgbClr val="FFCB92"/>
              </a:solidFill>
              <a:ln w="12700" cap="rnd">
                <a:solidFill>
                  <a:srgbClr val="522B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0" name="Shape"/>
              <p:cNvSpPr/>
              <p:nvPr/>
            </p:nvSpPr>
            <p:spPr>
              <a:xfrm>
                <a:off x="28575" y="152400"/>
                <a:ext cx="26988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165" y="0"/>
                    </a:moveTo>
                    <a:lnTo>
                      <a:pt x="2541" y="3014"/>
                    </a:lnTo>
                    <a:lnTo>
                      <a:pt x="7624" y="6530"/>
                    </a:lnTo>
                    <a:lnTo>
                      <a:pt x="10165" y="11553"/>
                    </a:lnTo>
                    <a:lnTo>
                      <a:pt x="7624" y="15070"/>
                    </a:lnTo>
                    <a:lnTo>
                      <a:pt x="2541" y="18084"/>
                    </a:lnTo>
                    <a:lnTo>
                      <a:pt x="8894" y="20595"/>
                    </a:lnTo>
                    <a:lnTo>
                      <a:pt x="15247" y="16074"/>
                    </a:lnTo>
                    <a:lnTo>
                      <a:pt x="17788" y="11051"/>
                    </a:lnTo>
                    <a:lnTo>
                      <a:pt x="20329" y="8037"/>
                    </a:lnTo>
                    <a:lnTo>
                      <a:pt x="21600" y="12056"/>
                    </a:lnTo>
                    <a:lnTo>
                      <a:pt x="16518" y="17581"/>
                    </a:lnTo>
                    <a:lnTo>
                      <a:pt x="12706" y="20595"/>
                    </a:lnTo>
                    <a:lnTo>
                      <a:pt x="10165" y="21600"/>
                    </a:lnTo>
                    <a:lnTo>
                      <a:pt x="0" y="19088"/>
                    </a:lnTo>
                    <a:lnTo>
                      <a:pt x="0" y="16074"/>
                    </a:lnTo>
                    <a:lnTo>
                      <a:pt x="5082" y="13563"/>
                    </a:lnTo>
                    <a:lnTo>
                      <a:pt x="5082" y="9042"/>
                    </a:lnTo>
                    <a:lnTo>
                      <a:pt x="1271" y="4521"/>
                    </a:lnTo>
                    <a:lnTo>
                      <a:pt x="10165" y="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1" name="Shape"/>
              <p:cNvSpPr/>
              <p:nvPr/>
            </p:nvSpPr>
            <p:spPr>
              <a:xfrm>
                <a:off x="0" y="1587"/>
                <a:ext cx="315913" cy="285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03" y="6240"/>
                    </a:moveTo>
                    <a:lnTo>
                      <a:pt x="2496" y="7320"/>
                    </a:lnTo>
                    <a:lnTo>
                      <a:pt x="2279" y="9360"/>
                    </a:lnTo>
                    <a:lnTo>
                      <a:pt x="2062" y="12000"/>
                    </a:lnTo>
                    <a:lnTo>
                      <a:pt x="2931" y="11520"/>
                    </a:lnTo>
                    <a:lnTo>
                      <a:pt x="4125" y="12120"/>
                    </a:lnTo>
                    <a:lnTo>
                      <a:pt x="4125" y="13560"/>
                    </a:lnTo>
                    <a:lnTo>
                      <a:pt x="5102" y="15600"/>
                    </a:lnTo>
                    <a:lnTo>
                      <a:pt x="6730" y="18120"/>
                    </a:lnTo>
                    <a:lnTo>
                      <a:pt x="6513" y="20400"/>
                    </a:lnTo>
                    <a:lnTo>
                      <a:pt x="10094" y="20400"/>
                    </a:lnTo>
                    <a:lnTo>
                      <a:pt x="12157" y="21600"/>
                    </a:lnTo>
                    <a:lnTo>
                      <a:pt x="13459" y="20760"/>
                    </a:lnTo>
                    <a:lnTo>
                      <a:pt x="15956" y="21240"/>
                    </a:lnTo>
                    <a:lnTo>
                      <a:pt x="16498" y="20160"/>
                    </a:lnTo>
                    <a:lnTo>
                      <a:pt x="18344" y="18600"/>
                    </a:lnTo>
                    <a:lnTo>
                      <a:pt x="19755" y="16080"/>
                    </a:lnTo>
                    <a:lnTo>
                      <a:pt x="20515" y="13560"/>
                    </a:lnTo>
                    <a:lnTo>
                      <a:pt x="21274" y="11640"/>
                    </a:lnTo>
                    <a:lnTo>
                      <a:pt x="21600" y="8880"/>
                    </a:lnTo>
                    <a:lnTo>
                      <a:pt x="21491" y="6240"/>
                    </a:lnTo>
                    <a:lnTo>
                      <a:pt x="20949" y="3120"/>
                    </a:lnTo>
                    <a:lnTo>
                      <a:pt x="19321" y="1200"/>
                    </a:lnTo>
                    <a:lnTo>
                      <a:pt x="14979" y="120"/>
                    </a:lnTo>
                    <a:lnTo>
                      <a:pt x="10094" y="0"/>
                    </a:lnTo>
                    <a:lnTo>
                      <a:pt x="8358" y="240"/>
                    </a:lnTo>
                    <a:lnTo>
                      <a:pt x="3908" y="1320"/>
                    </a:lnTo>
                    <a:lnTo>
                      <a:pt x="1085" y="2760"/>
                    </a:lnTo>
                    <a:lnTo>
                      <a:pt x="0" y="4560"/>
                    </a:lnTo>
                    <a:lnTo>
                      <a:pt x="1303" y="6240"/>
                    </a:lnTo>
                  </a:path>
                </a:pathLst>
              </a:custGeom>
              <a:solidFill>
                <a:srgbClr val="522B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2" name="Shape"/>
              <p:cNvSpPr/>
              <p:nvPr/>
            </p:nvSpPr>
            <p:spPr>
              <a:xfrm>
                <a:off x="11112" y="4762"/>
                <a:ext cx="293688" cy="122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9538"/>
                    </a:moveTo>
                    <a:lnTo>
                      <a:pt x="1518" y="13745"/>
                    </a:lnTo>
                    <a:lnTo>
                      <a:pt x="3036" y="15429"/>
                    </a:lnTo>
                    <a:lnTo>
                      <a:pt x="6422" y="18795"/>
                    </a:lnTo>
                    <a:lnTo>
                      <a:pt x="4437" y="15429"/>
                    </a:lnTo>
                    <a:lnTo>
                      <a:pt x="3736" y="12904"/>
                    </a:lnTo>
                    <a:lnTo>
                      <a:pt x="5254" y="15429"/>
                    </a:lnTo>
                    <a:lnTo>
                      <a:pt x="7239" y="18234"/>
                    </a:lnTo>
                    <a:lnTo>
                      <a:pt x="7706" y="17112"/>
                    </a:lnTo>
                    <a:lnTo>
                      <a:pt x="8173" y="14868"/>
                    </a:lnTo>
                    <a:lnTo>
                      <a:pt x="9574" y="12904"/>
                    </a:lnTo>
                    <a:lnTo>
                      <a:pt x="9924" y="15429"/>
                    </a:lnTo>
                    <a:lnTo>
                      <a:pt x="8406" y="19356"/>
                    </a:lnTo>
                    <a:lnTo>
                      <a:pt x="10858" y="16831"/>
                    </a:lnTo>
                    <a:lnTo>
                      <a:pt x="11909" y="12623"/>
                    </a:lnTo>
                    <a:lnTo>
                      <a:pt x="12026" y="16551"/>
                    </a:lnTo>
                    <a:lnTo>
                      <a:pt x="11442" y="19917"/>
                    </a:lnTo>
                    <a:lnTo>
                      <a:pt x="13661" y="16551"/>
                    </a:lnTo>
                    <a:lnTo>
                      <a:pt x="14128" y="12062"/>
                    </a:lnTo>
                    <a:lnTo>
                      <a:pt x="14595" y="15148"/>
                    </a:lnTo>
                    <a:lnTo>
                      <a:pt x="13777" y="18795"/>
                    </a:lnTo>
                    <a:lnTo>
                      <a:pt x="12960" y="21319"/>
                    </a:lnTo>
                    <a:lnTo>
                      <a:pt x="14361" y="18514"/>
                    </a:lnTo>
                    <a:lnTo>
                      <a:pt x="15295" y="16270"/>
                    </a:lnTo>
                    <a:lnTo>
                      <a:pt x="15645" y="12623"/>
                    </a:lnTo>
                    <a:lnTo>
                      <a:pt x="16229" y="17112"/>
                    </a:lnTo>
                    <a:lnTo>
                      <a:pt x="15295" y="21600"/>
                    </a:lnTo>
                    <a:lnTo>
                      <a:pt x="17163" y="18234"/>
                    </a:lnTo>
                    <a:lnTo>
                      <a:pt x="17630" y="15148"/>
                    </a:lnTo>
                    <a:lnTo>
                      <a:pt x="17981" y="17392"/>
                    </a:lnTo>
                    <a:lnTo>
                      <a:pt x="17981" y="20478"/>
                    </a:lnTo>
                    <a:lnTo>
                      <a:pt x="18448" y="17673"/>
                    </a:lnTo>
                    <a:lnTo>
                      <a:pt x="18564" y="14587"/>
                    </a:lnTo>
                    <a:lnTo>
                      <a:pt x="19148" y="17392"/>
                    </a:lnTo>
                    <a:lnTo>
                      <a:pt x="19382" y="19917"/>
                    </a:lnTo>
                    <a:lnTo>
                      <a:pt x="19965" y="17953"/>
                    </a:lnTo>
                    <a:lnTo>
                      <a:pt x="20082" y="15429"/>
                    </a:lnTo>
                    <a:lnTo>
                      <a:pt x="20899" y="16551"/>
                    </a:lnTo>
                    <a:lnTo>
                      <a:pt x="21600" y="19636"/>
                    </a:lnTo>
                    <a:lnTo>
                      <a:pt x="21600" y="14868"/>
                    </a:lnTo>
                    <a:lnTo>
                      <a:pt x="20899" y="8135"/>
                    </a:lnTo>
                    <a:lnTo>
                      <a:pt x="19382" y="4208"/>
                    </a:lnTo>
                    <a:lnTo>
                      <a:pt x="16930" y="1964"/>
                    </a:lnTo>
                    <a:lnTo>
                      <a:pt x="12376" y="561"/>
                    </a:lnTo>
                    <a:lnTo>
                      <a:pt x="10158" y="0"/>
                    </a:lnTo>
                    <a:lnTo>
                      <a:pt x="7356" y="1683"/>
                    </a:lnTo>
                    <a:lnTo>
                      <a:pt x="11559" y="2244"/>
                    </a:lnTo>
                    <a:lnTo>
                      <a:pt x="13077" y="3647"/>
                    </a:lnTo>
                    <a:lnTo>
                      <a:pt x="10858" y="3366"/>
                    </a:lnTo>
                    <a:lnTo>
                      <a:pt x="8406" y="2805"/>
                    </a:lnTo>
                    <a:lnTo>
                      <a:pt x="6655" y="2244"/>
                    </a:lnTo>
                    <a:lnTo>
                      <a:pt x="4904" y="3366"/>
                    </a:lnTo>
                    <a:lnTo>
                      <a:pt x="6889" y="4769"/>
                    </a:lnTo>
                    <a:lnTo>
                      <a:pt x="3152" y="4208"/>
                    </a:lnTo>
                    <a:lnTo>
                      <a:pt x="1168" y="5610"/>
                    </a:lnTo>
                    <a:lnTo>
                      <a:pt x="0" y="9538"/>
                    </a:lnTo>
                  </a:path>
                </a:pathLst>
              </a:custGeom>
              <a:solidFill>
                <a:srgbClr val="743F00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527" name="Group"/>
            <p:cNvGrpSpPr/>
            <p:nvPr/>
          </p:nvGrpSpPr>
          <p:grpSpPr>
            <a:xfrm>
              <a:off x="215900" y="1035050"/>
              <a:ext cx="714375" cy="1393825"/>
              <a:chOff x="0" y="0"/>
              <a:chExt cx="714375" cy="1393825"/>
            </a:xfrm>
          </p:grpSpPr>
          <p:sp>
            <p:nvSpPr>
              <p:cNvPr id="504" name="Shape"/>
              <p:cNvSpPr/>
              <p:nvPr/>
            </p:nvSpPr>
            <p:spPr>
              <a:xfrm>
                <a:off x="0" y="0"/>
                <a:ext cx="714375" cy="13938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68" y="886"/>
                    </a:moveTo>
                    <a:lnTo>
                      <a:pt x="6864" y="1082"/>
                    </a:lnTo>
                    <a:lnTo>
                      <a:pt x="10416" y="1132"/>
                    </a:lnTo>
                    <a:lnTo>
                      <a:pt x="14928" y="910"/>
                    </a:lnTo>
                    <a:lnTo>
                      <a:pt x="18432" y="394"/>
                    </a:lnTo>
                    <a:lnTo>
                      <a:pt x="19680" y="0"/>
                    </a:lnTo>
                    <a:lnTo>
                      <a:pt x="19824" y="640"/>
                    </a:lnTo>
                    <a:lnTo>
                      <a:pt x="20352" y="1009"/>
                    </a:lnTo>
                    <a:lnTo>
                      <a:pt x="20208" y="1476"/>
                    </a:lnTo>
                    <a:lnTo>
                      <a:pt x="20832" y="2067"/>
                    </a:lnTo>
                    <a:lnTo>
                      <a:pt x="21408" y="2878"/>
                    </a:lnTo>
                    <a:lnTo>
                      <a:pt x="21600" y="3838"/>
                    </a:lnTo>
                    <a:lnTo>
                      <a:pt x="21264" y="4846"/>
                    </a:lnTo>
                    <a:lnTo>
                      <a:pt x="20976" y="5486"/>
                    </a:lnTo>
                    <a:lnTo>
                      <a:pt x="20544" y="5954"/>
                    </a:lnTo>
                    <a:lnTo>
                      <a:pt x="20640" y="6446"/>
                    </a:lnTo>
                    <a:lnTo>
                      <a:pt x="20352" y="6864"/>
                    </a:lnTo>
                    <a:lnTo>
                      <a:pt x="19488" y="10357"/>
                    </a:lnTo>
                    <a:lnTo>
                      <a:pt x="19488" y="10997"/>
                    </a:lnTo>
                    <a:lnTo>
                      <a:pt x="18960" y="11513"/>
                    </a:lnTo>
                    <a:lnTo>
                      <a:pt x="19200" y="11956"/>
                    </a:lnTo>
                    <a:lnTo>
                      <a:pt x="18768" y="12448"/>
                    </a:lnTo>
                    <a:lnTo>
                      <a:pt x="18960" y="12916"/>
                    </a:lnTo>
                    <a:lnTo>
                      <a:pt x="18624" y="13506"/>
                    </a:lnTo>
                    <a:lnTo>
                      <a:pt x="18864" y="14687"/>
                    </a:lnTo>
                    <a:lnTo>
                      <a:pt x="18432" y="15942"/>
                    </a:lnTo>
                    <a:lnTo>
                      <a:pt x="17664" y="17172"/>
                    </a:lnTo>
                    <a:lnTo>
                      <a:pt x="17040" y="18672"/>
                    </a:lnTo>
                    <a:lnTo>
                      <a:pt x="17280" y="19386"/>
                    </a:lnTo>
                    <a:lnTo>
                      <a:pt x="16944" y="20641"/>
                    </a:lnTo>
                    <a:lnTo>
                      <a:pt x="14640" y="21010"/>
                    </a:lnTo>
                    <a:lnTo>
                      <a:pt x="12912" y="20960"/>
                    </a:lnTo>
                    <a:lnTo>
                      <a:pt x="10800" y="20764"/>
                    </a:lnTo>
                    <a:lnTo>
                      <a:pt x="10368" y="19287"/>
                    </a:lnTo>
                    <a:lnTo>
                      <a:pt x="10896" y="18328"/>
                    </a:lnTo>
                    <a:lnTo>
                      <a:pt x="10560" y="16778"/>
                    </a:lnTo>
                    <a:lnTo>
                      <a:pt x="10896" y="15794"/>
                    </a:lnTo>
                    <a:lnTo>
                      <a:pt x="11232" y="14589"/>
                    </a:lnTo>
                    <a:lnTo>
                      <a:pt x="10896" y="13826"/>
                    </a:lnTo>
                    <a:lnTo>
                      <a:pt x="11088" y="12645"/>
                    </a:lnTo>
                    <a:lnTo>
                      <a:pt x="10800" y="12153"/>
                    </a:lnTo>
                    <a:lnTo>
                      <a:pt x="11088" y="11218"/>
                    </a:lnTo>
                    <a:lnTo>
                      <a:pt x="10896" y="10357"/>
                    </a:lnTo>
                    <a:lnTo>
                      <a:pt x="11088" y="7011"/>
                    </a:lnTo>
                    <a:lnTo>
                      <a:pt x="9216" y="11390"/>
                    </a:lnTo>
                    <a:lnTo>
                      <a:pt x="8544" y="12055"/>
                    </a:lnTo>
                    <a:lnTo>
                      <a:pt x="8544" y="12645"/>
                    </a:lnTo>
                    <a:lnTo>
                      <a:pt x="8256" y="13260"/>
                    </a:lnTo>
                    <a:lnTo>
                      <a:pt x="8688" y="13924"/>
                    </a:lnTo>
                    <a:lnTo>
                      <a:pt x="8880" y="14859"/>
                    </a:lnTo>
                    <a:lnTo>
                      <a:pt x="8976" y="15942"/>
                    </a:lnTo>
                    <a:lnTo>
                      <a:pt x="8496" y="17910"/>
                    </a:lnTo>
                    <a:lnTo>
                      <a:pt x="8880" y="18771"/>
                    </a:lnTo>
                    <a:lnTo>
                      <a:pt x="8688" y="21206"/>
                    </a:lnTo>
                    <a:lnTo>
                      <a:pt x="7824" y="21502"/>
                    </a:lnTo>
                    <a:lnTo>
                      <a:pt x="5568" y="21600"/>
                    </a:lnTo>
                    <a:lnTo>
                      <a:pt x="2736" y="21157"/>
                    </a:lnTo>
                    <a:lnTo>
                      <a:pt x="1680" y="20714"/>
                    </a:lnTo>
                    <a:lnTo>
                      <a:pt x="1584" y="19410"/>
                    </a:lnTo>
                    <a:lnTo>
                      <a:pt x="1968" y="18574"/>
                    </a:lnTo>
                    <a:lnTo>
                      <a:pt x="1248" y="16729"/>
                    </a:lnTo>
                    <a:lnTo>
                      <a:pt x="960" y="14589"/>
                    </a:lnTo>
                    <a:lnTo>
                      <a:pt x="240" y="13457"/>
                    </a:lnTo>
                    <a:lnTo>
                      <a:pt x="0" y="12448"/>
                    </a:lnTo>
                    <a:lnTo>
                      <a:pt x="528" y="11169"/>
                    </a:lnTo>
                    <a:lnTo>
                      <a:pt x="384" y="9570"/>
                    </a:lnTo>
                    <a:lnTo>
                      <a:pt x="384" y="7799"/>
                    </a:lnTo>
                    <a:lnTo>
                      <a:pt x="624" y="6864"/>
                    </a:lnTo>
                    <a:lnTo>
                      <a:pt x="960" y="5929"/>
                    </a:lnTo>
                    <a:lnTo>
                      <a:pt x="1680" y="4576"/>
                    </a:lnTo>
                    <a:lnTo>
                      <a:pt x="1680" y="3936"/>
                    </a:lnTo>
                    <a:lnTo>
                      <a:pt x="2112" y="3444"/>
                    </a:lnTo>
                    <a:lnTo>
                      <a:pt x="2400" y="2755"/>
                    </a:lnTo>
                    <a:lnTo>
                      <a:pt x="2304" y="2239"/>
                    </a:lnTo>
                    <a:lnTo>
                      <a:pt x="3072" y="1697"/>
                    </a:lnTo>
                    <a:lnTo>
                      <a:pt x="3168" y="886"/>
                    </a:lnTo>
                  </a:path>
                </a:pathLst>
              </a:custGeom>
              <a:solidFill>
                <a:srgbClr val="CCD8FF"/>
              </a:solid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5" name="Shape"/>
              <p:cNvSpPr/>
              <p:nvPr/>
            </p:nvSpPr>
            <p:spPr>
              <a:xfrm>
                <a:off x="31750" y="33337"/>
                <a:ext cx="661988" cy="13446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610" y="714"/>
                    </a:moveTo>
                    <a:lnTo>
                      <a:pt x="3729" y="612"/>
                    </a:lnTo>
                    <a:lnTo>
                      <a:pt x="3937" y="1020"/>
                    </a:lnTo>
                    <a:lnTo>
                      <a:pt x="3833" y="1479"/>
                    </a:lnTo>
                    <a:lnTo>
                      <a:pt x="2383" y="1352"/>
                    </a:lnTo>
                    <a:lnTo>
                      <a:pt x="2694" y="1989"/>
                    </a:lnTo>
                    <a:lnTo>
                      <a:pt x="2590" y="2780"/>
                    </a:lnTo>
                    <a:lnTo>
                      <a:pt x="2020" y="3596"/>
                    </a:lnTo>
                    <a:lnTo>
                      <a:pt x="2227" y="4208"/>
                    </a:lnTo>
                    <a:lnTo>
                      <a:pt x="1243" y="5840"/>
                    </a:lnTo>
                    <a:lnTo>
                      <a:pt x="414" y="7447"/>
                    </a:lnTo>
                    <a:lnTo>
                      <a:pt x="363" y="9461"/>
                    </a:lnTo>
                    <a:lnTo>
                      <a:pt x="414" y="10787"/>
                    </a:lnTo>
                    <a:lnTo>
                      <a:pt x="104" y="11654"/>
                    </a:lnTo>
                    <a:lnTo>
                      <a:pt x="0" y="12445"/>
                    </a:lnTo>
                    <a:lnTo>
                      <a:pt x="881" y="13363"/>
                    </a:lnTo>
                    <a:lnTo>
                      <a:pt x="570" y="13975"/>
                    </a:lnTo>
                    <a:lnTo>
                      <a:pt x="414" y="15378"/>
                    </a:lnTo>
                    <a:lnTo>
                      <a:pt x="881" y="17086"/>
                    </a:lnTo>
                    <a:lnTo>
                      <a:pt x="1554" y="18591"/>
                    </a:lnTo>
                    <a:lnTo>
                      <a:pt x="1036" y="19585"/>
                    </a:lnTo>
                    <a:lnTo>
                      <a:pt x="1243" y="20784"/>
                    </a:lnTo>
                    <a:lnTo>
                      <a:pt x="3263" y="21319"/>
                    </a:lnTo>
                    <a:lnTo>
                      <a:pt x="5076" y="21600"/>
                    </a:lnTo>
                    <a:lnTo>
                      <a:pt x="7770" y="21472"/>
                    </a:lnTo>
                    <a:lnTo>
                      <a:pt x="7925" y="18948"/>
                    </a:lnTo>
                    <a:lnTo>
                      <a:pt x="7459" y="18157"/>
                    </a:lnTo>
                    <a:lnTo>
                      <a:pt x="7925" y="15276"/>
                    </a:lnTo>
                    <a:lnTo>
                      <a:pt x="7563" y="13567"/>
                    </a:lnTo>
                    <a:lnTo>
                      <a:pt x="5180" y="13796"/>
                    </a:lnTo>
                    <a:lnTo>
                      <a:pt x="3160" y="13898"/>
                    </a:lnTo>
                    <a:lnTo>
                      <a:pt x="2383" y="13847"/>
                    </a:lnTo>
                    <a:lnTo>
                      <a:pt x="3937" y="13745"/>
                    </a:lnTo>
                    <a:lnTo>
                      <a:pt x="6319" y="13567"/>
                    </a:lnTo>
                    <a:lnTo>
                      <a:pt x="7563" y="13159"/>
                    </a:lnTo>
                    <a:lnTo>
                      <a:pt x="5180" y="13414"/>
                    </a:lnTo>
                    <a:lnTo>
                      <a:pt x="3263" y="13567"/>
                    </a:lnTo>
                    <a:lnTo>
                      <a:pt x="1761" y="13490"/>
                    </a:lnTo>
                    <a:lnTo>
                      <a:pt x="1554" y="13312"/>
                    </a:lnTo>
                    <a:lnTo>
                      <a:pt x="2486" y="13363"/>
                    </a:lnTo>
                    <a:lnTo>
                      <a:pt x="5283" y="13210"/>
                    </a:lnTo>
                    <a:lnTo>
                      <a:pt x="7718" y="12853"/>
                    </a:lnTo>
                    <a:lnTo>
                      <a:pt x="5853" y="12955"/>
                    </a:lnTo>
                    <a:lnTo>
                      <a:pt x="3522" y="13031"/>
                    </a:lnTo>
                    <a:lnTo>
                      <a:pt x="1917" y="12853"/>
                    </a:lnTo>
                    <a:lnTo>
                      <a:pt x="6786" y="12674"/>
                    </a:lnTo>
                    <a:lnTo>
                      <a:pt x="7563" y="12419"/>
                    </a:lnTo>
                    <a:lnTo>
                      <a:pt x="4869" y="12419"/>
                    </a:lnTo>
                    <a:lnTo>
                      <a:pt x="2383" y="12317"/>
                    </a:lnTo>
                    <a:lnTo>
                      <a:pt x="1917" y="12088"/>
                    </a:lnTo>
                    <a:lnTo>
                      <a:pt x="5750" y="12241"/>
                    </a:lnTo>
                    <a:lnTo>
                      <a:pt x="7770" y="12037"/>
                    </a:lnTo>
                    <a:lnTo>
                      <a:pt x="5750" y="11476"/>
                    </a:lnTo>
                    <a:lnTo>
                      <a:pt x="4040" y="10838"/>
                    </a:lnTo>
                    <a:lnTo>
                      <a:pt x="2849" y="10124"/>
                    </a:lnTo>
                    <a:lnTo>
                      <a:pt x="2227" y="9640"/>
                    </a:lnTo>
                    <a:lnTo>
                      <a:pt x="3729" y="10354"/>
                    </a:lnTo>
                    <a:lnTo>
                      <a:pt x="5180" y="10762"/>
                    </a:lnTo>
                    <a:lnTo>
                      <a:pt x="6993" y="11246"/>
                    </a:lnTo>
                    <a:lnTo>
                      <a:pt x="8029" y="11221"/>
                    </a:lnTo>
                    <a:lnTo>
                      <a:pt x="8599" y="10099"/>
                    </a:lnTo>
                    <a:lnTo>
                      <a:pt x="9376" y="8518"/>
                    </a:lnTo>
                    <a:lnTo>
                      <a:pt x="9945" y="7064"/>
                    </a:lnTo>
                    <a:lnTo>
                      <a:pt x="10463" y="6528"/>
                    </a:lnTo>
                    <a:lnTo>
                      <a:pt x="13468" y="5967"/>
                    </a:lnTo>
                    <a:lnTo>
                      <a:pt x="11396" y="6732"/>
                    </a:lnTo>
                    <a:lnTo>
                      <a:pt x="11292" y="9002"/>
                    </a:lnTo>
                    <a:lnTo>
                      <a:pt x="11292" y="10430"/>
                    </a:lnTo>
                    <a:lnTo>
                      <a:pt x="11499" y="10711"/>
                    </a:lnTo>
                    <a:lnTo>
                      <a:pt x="13882" y="10889"/>
                    </a:lnTo>
                    <a:lnTo>
                      <a:pt x="11965" y="10915"/>
                    </a:lnTo>
                    <a:lnTo>
                      <a:pt x="11396" y="11068"/>
                    </a:lnTo>
                    <a:lnTo>
                      <a:pt x="10929" y="11756"/>
                    </a:lnTo>
                    <a:lnTo>
                      <a:pt x="12535" y="11782"/>
                    </a:lnTo>
                    <a:lnTo>
                      <a:pt x="13209" y="11705"/>
                    </a:lnTo>
                    <a:lnTo>
                      <a:pt x="10722" y="12011"/>
                    </a:lnTo>
                    <a:lnTo>
                      <a:pt x="11085" y="12317"/>
                    </a:lnTo>
                    <a:lnTo>
                      <a:pt x="13001" y="12292"/>
                    </a:lnTo>
                    <a:lnTo>
                      <a:pt x="14141" y="12088"/>
                    </a:lnTo>
                    <a:lnTo>
                      <a:pt x="15695" y="12088"/>
                    </a:lnTo>
                    <a:lnTo>
                      <a:pt x="13778" y="12368"/>
                    </a:lnTo>
                    <a:lnTo>
                      <a:pt x="11292" y="12623"/>
                    </a:lnTo>
                    <a:lnTo>
                      <a:pt x="10929" y="13261"/>
                    </a:lnTo>
                    <a:lnTo>
                      <a:pt x="11085" y="13847"/>
                    </a:lnTo>
                    <a:lnTo>
                      <a:pt x="11396" y="14255"/>
                    </a:lnTo>
                    <a:lnTo>
                      <a:pt x="11137" y="15072"/>
                    </a:lnTo>
                    <a:lnTo>
                      <a:pt x="10619" y="16576"/>
                    </a:lnTo>
                    <a:lnTo>
                      <a:pt x="11085" y="18004"/>
                    </a:lnTo>
                    <a:lnTo>
                      <a:pt x="10412" y="19356"/>
                    </a:lnTo>
                    <a:lnTo>
                      <a:pt x="10929" y="20733"/>
                    </a:lnTo>
                    <a:lnTo>
                      <a:pt x="13105" y="20937"/>
                    </a:lnTo>
                    <a:lnTo>
                      <a:pt x="14918" y="20988"/>
                    </a:lnTo>
                    <a:lnTo>
                      <a:pt x="16731" y="20605"/>
                    </a:lnTo>
                    <a:lnTo>
                      <a:pt x="17094" y="19356"/>
                    </a:lnTo>
                    <a:lnTo>
                      <a:pt x="16627" y="18540"/>
                    </a:lnTo>
                    <a:lnTo>
                      <a:pt x="18078" y="15862"/>
                    </a:lnTo>
                    <a:lnTo>
                      <a:pt x="18440" y="15097"/>
                    </a:lnTo>
                    <a:lnTo>
                      <a:pt x="18440" y="14204"/>
                    </a:lnTo>
                    <a:lnTo>
                      <a:pt x="18285" y="13490"/>
                    </a:lnTo>
                    <a:lnTo>
                      <a:pt x="17094" y="13618"/>
                    </a:lnTo>
                    <a:lnTo>
                      <a:pt x="15332" y="13669"/>
                    </a:lnTo>
                    <a:lnTo>
                      <a:pt x="13986" y="13439"/>
                    </a:lnTo>
                    <a:lnTo>
                      <a:pt x="16472" y="13312"/>
                    </a:lnTo>
                    <a:lnTo>
                      <a:pt x="18647" y="13082"/>
                    </a:lnTo>
                    <a:lnTo>
                      <a:pt x="18181" y="12419"/>
                    </a:lnTo>
                    <a:lnTo>
                      <a:pt x="18751" y="11833"/>
                    </a:lnTo>
                    <a:lnTo>
                      <a:pt x="18440" y="11297"/>
                    </a:lnTo>
                    <a:lnTo>
                      <a:pt x="19165" y="10889"/>
                    </a:lnTo>
                    <a:lnTo>
                      <a:pt x="19424" y="9130"/>
                    </a:lnTo>
                    <a:lnTo>
                      <a:pt x="19994" y="6681"/>
                    </a:lnTo>
                    <a:lnTo>
                      <a:pt x="20668" y="6120"/>
                    </a:lnTo>
                    <a:lnTo>
                      <a:pt x="20098" y="5687"/>
                    </a:lnTo>
                    <a:lnTo>
                      <a:pt x="20771" y="5049"/>
                    </a:lnTo>
                    <a:lnTo>
                      <a:pt x="21237" y="4259"/>
                    </a:lnTo>
                    <a:lnTo>
                      <a:pt x="21600" y="3392"/>
                    </a:lnTo>
                    <a:lnTo>
                      <a:pt x="21496" y="2550"/>
                    </a:lnTo>
                    <a:lnTo>
                      <a:pt x="21134" y="1734"/>
                    </a:lnTo>
                    <a:lnTo>
                      <a:pt x="20098" y="1046"/>
                    </a:lnTo>
                    <a:lnTo>
                      <a:pt x="20098" y="281"/>
                    </a:lnTo>
                    <a:lnTo>
                      <a:pt x="19165" y="536"/>
                    </a:lnTo>
                    <a:lnTo>
                      <a:pt x="19165" y="0"/>
                    </a:lnTo>
                    <a:lnTo>
                      <a:pt x="18181" y="77"/>
                    </a:lnTo>
                    <a:lnTo>
                      <a:pt x="18285" y="663"/>
                    </a:lnTo>
                    <a:lnTo>
                      <a:pt x="16938" y="944"/>
                    </a:lnTo>
                    <a:lnTo>
                      <a:pt x="15591" y="1148"/>
                    </a:lnTo>
                    <a:lnTo>
                      <a:pt x="15281" y="485"/>
                    </a:lnTo>
                    <a:lnTo>
                      <a:pt x="14245" y="587"/>
                    </a:lnTo>
                    <a:lnTo>
                      <a:pt x="14814" y="1352"/>
                    </a:lnTo>
                    <a:lnTo>
                      <a:pt x="12742" y="1479"/>
                    </a:lnTo>
                    <a:lnTo>
                      <a:pt x="10722" y="1581"/>
                    </a:lnTo>
                    <a:lnTo>
                      <a:pt x="8909" y="1581"/>
                    </a:lnTo>
                    <a:lnTo>
                      <a:pt x="8599" y="867"/>
                    </a:lnTo>
                    <a:lnTo>
                      <a:pt x="7770" y="816"/>
                    </a:lnTo>
                    <a:lnTo>
                      <a:pt x="7925" y="1581"/>
                    </a:lnTo>
                    <a:lnTo>
                      <a:pt x="4714" y="1479"/>
                    </a:lnTo>
                    <a:lnTo>
                      <a:pt x="4610" y="714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6" name="Shape"/>
              <p:cNvSpPr/>
              <p:nvPr/>
            </p:nvSpPr>
            <p:spPr>
              <a:xfrm>
                <a:off x="385762" y="403225"/>
                <a:ext cx="254001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480" y="9164"/>
                    </a:lnTo>
                    <a:lnTo>
                      <a:pt x="12555" y="1309"/>
                    </a:lnTo>
                    <a:lnTo>
                      <a:pt x="21600" y="0"/>
                    </a:lnTo>
                    <a:lnTo>
                      <a:pt x="11610" y="720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7" name="Shape"/>
              <p:cNvSpPr/>
              <p:nvPr/>
            </p:nvSpPr>
            <p:spPr>
              <a:xfrm>
                <a:off x="431800" y="733425"/>
                <a:ext cx="139700" cy="206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591" y="13292"/>
                    </a:lnTo>
                    <a:lnTo>
                      <a:pt x="0" y="18277"/>
                    </a:lnTo>
                    <a:lnTo>
                      <a:pt x="8591" y="216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8" name="Shape"/>
              <p:cNvSpPr/>
              <p:nvPr/>
            </p:nvSpPr>
            <p:spPr>
              <a:xfrm>
                <a:off x="382587" y="811212"/>
                <a:ext cx="179388" cy="69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8602" y="6873"/>
                    </a:lnTo>
                    <a:lnTo>
                      <a:pt x="1912" y="13745"/>
                    </a:lnTo>
                    <a:lnTo>
                      <a:pt x="0" y="21600"/>
                    </a:lnTo>
                    <a:lnTo>
                      <a:pt x="4588" y="15218"/>
                    </a:lnTo>
                    <a:lnTo>
                      <a:pt x="10896" y="9327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09" name="Shape"/>
              <p:cNvSpPr/>
              <p:nvPr/>
            </p:nvSpPr>
            <p:spPr>
              <a:xfrm>
                <a:off x="414337" y="431800"/>
                <a:ext cx="160338" cy="1555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184" y="8155"/>
                    </a:lnTo>
                    <a:lnTo>
                      <a:pt x="5347" y="17192"/>
                    </a:lnTo>
                    <a:lnTo>
                      <a:pt x="0" y="21600"/>
                    </a:lnTo>
                    <a:lnTo>
                      <a:pt x="9410" y="16751"/>
                    </a:lnTo>
                    <a:lnTo>
                      <a:pt x="14756" y="108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0" name="Shape"/>
              <p:cNvSpPr/>
              <p:nvPr/>
            </p:nvSpPr>
            <p:spPr>
              <a:xfrm>
                <a:off x="182562" y="195262"/>
                <a:ext cx="257176" cy="19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7467" y="19800"/>
                    </a:lnTo>
                    <a:lnTo>
                      <a:pt x="15200" y="21600"/>
                    </a:lnTo>
                    <a:lnTo>
                      <a:pt x="21600" y="10800"/>
                    </a:lnTo>
                    <a:lnTo>
                      <a:pt x="15067" y="10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1" name="Shape"/>
              <p:cNvSpPr/>
              <p:nvPr/>
            </p:nvSpPr>
            <p:spPr>
              <a:xfrm>
                <a:off x="195262" y="168275"/>
                <a:ext cx="325438" cy="2809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757" y="0"/>
                    </a:moveTo>
                    <a:lnTo>
                      <a:pt x="20757" y="5492"/>
                    </a:lnTo>
                    <a:lnTo>
                      <a:pt x="18755" y="11227"/>
                    </a:lnTo>
                    <a:lnTo>
                      <a:pt x="15489" y="16353"/>
                    </a:lnTo>
                    <a:lnTo>
                      <a:pt x="12433" y="17451"/>
                    </a:lnTo>
                    <a:lnTo>
                      <a:pt x="7692" y="19037"/>
                    </a:lnTo>
                    <a:lnTo>
                      <a:pt x="0" y="21600"/>
                    </a:lnTo>
                    <a:lnTo>
                      <a:pt x="7797" y="19892"/>
                    </a:lnTo>
                    <a:lnTo>
                      <a:pt x="12117" y="18183"/>
                    </a:lnTo>
                    <a:lnTo>
                      <a:pt x="17596" y="15864"/>
                    </a:lnTo>
                    <a:lnTo>
                      <a:pt x="19177" y="11837"/>
                    </a:lnTo>
                    <a:lnTo>
                      <a:pt x="20968" y="7810"/>
                    </a:lnTo>
                    <a:lnTo>
                      <a:pt x="21600" y="5492"/>
                    </a:lnTo>
                    <a:lnTo>
                      <a:pt x="20757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2" name="Shape"/>
              <p:cNvSpPr/>
              <p:nvPr/>
            </p:nvSpPr>
            <p:spPr>
              <a:xfrm>
                <a:off x="165100" y="252412"/>
                <a:ext cx="187325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478" y="0"/>
                    </a:moveTo>
                    <a:lnTo>
                      <a:pt x="2014" y="11880"/>
                    </a:lnTo>
                    <a:lnTo>
                      <a:pt x="5125" y="19440"/>
                    </a:lnTo>
                    <a:lnTo>
                      <a:pt x="21600" y="20790"/>
                    </a:lnTo>
                    <a:lnTo>
                      <a:pt x="12264" y="21600"/>
                    </a:lnTo>
                    <a:lnTo>
                      <a:pt x="1098" y="21330"/>
                    </a:lnTo>
                    <a:lnTo>
                      <a:pt x="0" y="13770"/>
                    </a:lnTo>
                    <a:lnTo>
                      <a:pt x="3478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3" name="Shape"/>
              <p:cNvSpPr/>
              <p:nvPr/>
            </p:nvSpPr>
            <p:spPr>
              <a:xfrm>
                <a:off x="568325" y="141287"/>
                <a:ext cx="90488" cy="412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4400" y="16615"/>
                    </a:lnTo>
                    <a:lnTo>
                      <a:pt x="21600" y="0"/>
                    </a:lnTo>
                    <a:lnTo>
                      <a:pt x="14400" y="5815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4" name="Shape"/>
              <p:cNvSpPr/>
              <p:nvPr/>
            </p:nvSpPr>
            <p:spPr>
              <a:xfrm>
                <a:off x="544512" y="180975"/>
                <a:ext cx="120651" cy="184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032" y="0"/>
                    </a:moveTo>
                    <a:lnTo>
                      <a:pt x="21600" y="8379"/>
                    </a:lnTo>
                    <a:lnTo>
                      <a:pt x="17053" y="15083"/>
                    </a:lnTo>
                    <a:lnTo>
                      <a:pt x="9379" y="20297"/>
                    </a:lnTo>
                    <a:lnTo>
                      <a:pt x="0" y="21600"/>
                    </a:lnTo>
                    <a:lnTo>
                      <a:pt x="12221" y="16945"/>
                    </a:lnTo>
                    <a:lnTo>
                      <a:pt x="18758" y="10055"/>
                    </a:lnTo>
                    <a:lnTo>
                      <a:pt x="21032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5" name="Shape"/>
              <p:cNvSpPr/>
              <p:nvPr/>
            </p:nvSpPr>
            <p:spPr>
              <a:xfrm>
                <a:off x="293687" y="142875"/>
                <a:ext cx="147638" cy="190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1381" y="14400"/>
                    </a:lnTo>
                    <a:lnTo>
                      <a:pt x="0" y="21600"/>
                    </a:lnTo>
                    <a:lnTo>
                      <a:pt x="10916" y="72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6" name="Shape"/>
              <p:cNvSpPr/>
              <p:nvPr/>
            </p:nvSpPr>
            <p:spPr>
              <a:xfrm>
                <a:off x="92075" y="479425"/>
                <a:ext cx="231775" cy="682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978" y="9544"/>
                    </a:lnTo>
                    <a:lnTo>
                      <a:pt x="7545" y="17079"/>
                    </a:lnTo>
                    <a:lnTo>
                      <a:pt x="0" y="19591"/>
                    </a:lnTo>
                    <a:lnTo>
                      <a:pt x="6953" y="21600"/>
                    </a:lnTo>
                    <a:lnTo>
                      <a:pt x="15238" y="1707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7" name="Shape"/>
              <p:cNvSpPr/>
              <p:nvPr/>
            </p:nvSpPr>
            <p:spPr>
              <a:xfrm>
                <a:off x="9525" y="134937"/>
                <a:ext cx="87313" cy="7540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244" y="0"/>
                    </a:moveTo>
                    <a:lnTo>
                      <a:pt x="21600" y="955"/>
                    </a:lnTo>
                    <a:lnTo>
                      <a:pt x="21600" y="2365"/>
                    </a:lnTo>
                    <a:lnTo>
                      <a:pt x="14924" y="3547"/>
                    </a:lnTo>
                    <a:lnTo>
                      <a:pt x="17280" y="4957"/>
                    </a:lnTo>
                    <a:lnTo>
                      <a:pt x="9425" y="8049"/>
                    </a:lnTo>
                    <a:lnTo>
                      <a:pt x="4713" y="10732"/>
                    </a:lnTo>
                    <a:lnTo>
                      <a:pt x="4713" y="13597"/>
                    </a:lnTo>
                    <a:lnTo>
                      <a:pt x="4713" y="15961"/>
                    </a:lnTo>
                    <a:lnTo>
                      <a:pt x="3927" y="16825"/>
                    </a:lnTo>
                    <a:lnTo>
                      <a:pt x="3142" y="18099"/>
                    </a:lnTo>
                    <a:lnTo>
                      <a:pt x="2356" y="19463"/>
                    </a:lnTo>
                    <a:lnTo>
                      <a:pt x="6284" y="20554"/>
                    </a:lnTo>
                    <a:lnTo>
                      <a:pt x="4713" y="21600"/>
                    </a:lnTo>
                    <a:lnTo>
                      <a:pt x="0" y="20418"/>
                    </a:lnTo>
                    <a:lnTo>
                      <a:pt x="785" y="18963"/>
                    </a:lnTo>
                    <a:lnTo>
                      <a:pt x="3142" y="16825"/>
                    </a:lnTo>
                    <a:lnTo>
                      <a:pt x="3142" y="14597"/>
                    </a:lnTo>
                    <a:lnTo>
                      <a:pt x="2356" y="12141"/>
                    </a:lnTo>
                    <a:lnTo>
                      <a:pt x="3142" y="9686"/>
                    </a:lnTo>
                    <a:lnTo>
                      <a:pt x="8640" y="7094"/>
                    </a:lnTo>
                    <a:lnTo>
                      <a:pt x="13353" y="5229"/>
                    </a:lnTo>
                    <a:lnTo>
                      <a:pt x="12567" y="3547"/>
                    </a:lnTo>
                    <a:lnTo>
                      <a:pt x="19244" y="2274"/>
                    </a:lnTo>
                    <a:lnTo>
                      <a:pt x="19244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8" name="Shape"/>
              <p:cNvSpPr/>
              <p:nvPr/>
            </p:nvSpPr>
            <p:spPr>
              <a:xfrm>
                <a:off x="385762" y="1200150"/>
                <a:ext cx="141288" cy="523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5533" y="9818"/>
                    </a:lnTo>
                    <a:lnTo>
                      <a:pt x="5582" y="18982"/>
                    </a:lnTo>
                    <a:lnTo>
                      <a:pt x="0" y="21600"/>
                    </a:lnTo>
                    <a:lnTo>
                      <a:pt x="12863" y="19636"/>
                    </a:lnTo>
                    <a:lnTo>
                      <a:pt x="14804" y="15709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19" name="Shape"/>
              <p:cNvSpPr/>
              <p:nvPr/>
            </p:nvSpPr>
            <p:spPr>
              <a:xfrm>
                <a:off x="357187" y="1028700"/>
                <a:ext cx="214313" cy="2063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7760" y="5982"/>
                    </a:lnTo>
                    <a:lnTo>
                      <a:pt x="13600" y="10634"/>
                    </a:lnTo>
                    <a:lnTo>
                      <a:pt x="8640" y="14622"/>
                    </a:lnTo>
                    <a:lnTo>
                      <a:pt x="3520" y="17114"/>
                    </a:lnTo>
                    <a:lnTo>
                      <a:pt x="1440" y="18111"/>
                    </a:lnTo>
                    <a:lnTo>
                      <a:pt x="0" y="21600"/>
                    </a:lnTo>
                    <a:lnTo>
                      <a:pt x="5920" y="18942"/>
                    </a:lnTo>
                    <a:lnTo>
                      <a:pt x="12000" y="14455"/>
                    </a:lnTo>
                    <a:lnTo>
                      <a:pt x="17120" y="864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0" name="Shape"/>
              <p:cNvSpPr/>
              <p:nvPr/>
            </p:nvSpPr>
            <p:spPr>
              <a:xfrm>
                <a:off x="371475" y="903287"/>
                <a:ext cx="85725" cy="1285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7200"/>
                    </a:lnTo>
                    <a:lnTo>
                      <a:pt x="2400" y="14133"/>
                    </a:lnTo>
                    <a:lnTo>
                      <a:pt x="0" y="21600"/>
                    </a:lnTo>
                    <a:lnTo>
                      <a:pt x="9200" y="10400"/>
                    </a:lnTo>
                    <a:lnTo>
                      <a:pt x="216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1" name="Shape"/>
              <p:cNvSpPr/>
              <p:nvPr/>
            </p:nvSpPr>
            <p:spPr>
              <a:xfrm>
                <a:off x="104775" y="1100137"/>
                <a:ext cx="138113" cy="777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717" y="11461"/>
                    </a:lnTo>
                    <a:lnTo>
                      <a:pt x="10428" y="16310"/>
                    </a:lnTo>
                    <a:lnTo>
                      <a:pt x="19614" y="18073"/>
                    </a:lnTo>
                    <a:lnTo>
                      <a:pt x="21600" y="18073"/>
                    </a:lnTo>
                    <a:lnTo>
                      <a:pt x="16883" y="21600"/>
                    </a:lnTo>
                    <a:lnTo>
                      <a:pt x="8441" y="20278"/>
                    </a:lnTo>
                    <a:lnTo>
                      <a:pt x="4221" y="1851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2" name="Shape"/>
              <p:cNvSpPr/>
              <p:nvPr/>
            </p:nvSpPr>
            <p:spPr>
              <a:xfrm>
                <a:off x="82550" y="1168400"/>
                <a:ext cx="166688" cy="571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554" y="13800"/>
                    </a:lnTo>
                    <a:lnTo>
                      <a:pt x="10286" y="16800"/>
                    </a:lnTo>
                    <a:lnTo>
                      <a:pt x="20366" y="18000"/>
                    </a:lnTo>
                    <a:lnTo>
                      <a:pt x="21600" y="16800"/>
                    </a:lnTo>
                    <a:lnTo>
                      <a:pt x="17691" y="20400"/>
                    </a:lnTo>
                    <a:lnTo>
                      <a:pt x="7817" y="21600"/>
                    </a:lnTo>
                    <a:lnTo>
                      <a:pt x="2674" y="1680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3" name="Shape"/>
              <p:cNvSpPr/>
              <p:nvPr/>
            </p:nvSpPr>
            <p:spPr>
              <a:xfrm>
                <a:off x="84137" y="1266825"/>
                <a:ext cx="169863" cy="6032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9488" y="12505"/>
                    </a:lnTo>
                    <a:lnTo>
                      <a:pt x="15948" y="14211"/>
                    </a:lnTo>
                    <a:lnTo>
                      <a:pt x="21600" y="9663"/>
                    </a:lnTo>
                    <a:lnTo>
                      <a:pt x="16755" y="19895"/>
                    </a:lnTo>
                    <a:lnTo>
                      <a:pt x="11103" y="21600"/>
                    </a:lnTo>
                    <a:lnTo>
                      <a:pt x="6056" y="170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4" name="Shape"/>
              <p:cNvSpPr/>
              <p:nvPr/>
            </p:nvSpPr>
            <p:spPr>
              <a:xfrm>
                <a:off x="47625" y="955675"/>
                <a:ext cx="49213" cy="1936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181" y="0"/>
                    </a:moveTo>
                    <a:lnTo>
                      <a:pt x="5574" y="7790"/>
                    </a:lnTo>
                    <a:lnTo>
                      <a:pt x="9755" y="12216"/>
                    </a:lnTo>
                    <a:lnTo>
                      <a:pt x="21600" y="21600"/>
                    </a:lnTo>
                    <a:lnTo>
                      <a:pt x="10452" y="18944"/>
                    </a:lnTo>
                    <a:lnTo>
                      <a:pt x="5574" y="10977"/>
                    </a:lnTo>
                    <a:lnTo>
                      <a:pt x="0" y="6905"/>
                    </a:lnTo>
                    <a:lnTo>
                      <a:pt x="4181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5" name="Shape"/>
              <p:cNvSpPr/>
              <p:nvPr/>
            </p:nvSpPr>
            <p:spPr>
              <a:xfrm>
                <a:off x="511175" y="615950"/>
                <a:ext cx="96838" cy="76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977" y="20250"/>
                    </a:lnTo>
                    <a:lnTo>
                      <a:pt x="18767" y="14400"/>
                    </a:lnTo>
                    <a:lnTo>
                      <a:pt x="19475" y="8550"/>
                    </a:lnTo>
                    <a:lnTo>
                      <a:pt x="21600" y="0"/>
                    </a:lnTo>
                    <a:lnTo>
                      <a:pt x="16643" y="10350"/>
                    </a:lnTo>
                    <a:lnTo>
                      <a:pt x="0" y="2160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6" name="Shape"/>
              <p:cNvSpPr/>
              <p:nvPr/>
            </p:nvSpPr>
            <p:spPr>
              <a:xfrm>
                <a:off x="68262" y="674687"/>
                <a:ext cx="139701" cy="90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700" y="0"/>
                    </a:moveTo>
                    <a:lnTo>
                      <a:pt x="8100" y="9095"/>
                    </a:lnTo>
                    <a:lnTo>
                      <a:pt x="12273" y="14400"/>
                    </a:lnTo>
                    <a:lnTo>
                      <a:pt x="18655" y="19705"/>
                    </a:lnTo>
                    <a:lnTo>
                      <a:pt x="21600" y="21600"/>
                    </a:lnTo>
                    <a:lnTo>
                      <a:pt x="18164" y="21600"/>
                    </a:lnTo>
                    <a:lnTo>
                      <a:pt x="12518" y="21600"/>
                    </a:lnTo>
                    <a:lnTo>
                      <a:pt x="0" y="18947"/>
                    </a:lnTo>
                    <a:lnTo>
                      <a:pt x="9082" y="18947"/>
                    </a:lnTo>
                    <a:lnTo>
                      <a:pt x="12273" y="18568"/>
                    </a:lnTo>
                    <a:lnTo>
                      <a:pt x="6627" y="12505"/>
                    </a:lnTo>
                    <a:lnTo>
                      <a:pt x="2700" y="0"/>
                    </a:lnTo>
                  </a:path>
                </a:pathLst>
              </a:custGeom>
              <a:solidFill>
                <a:srgbClr val="CCD8FF"/>
              </a:solid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grpSp>
          <p:nvGrpSpPr>
            <p:cNvPr id="542" name="Group"/>
            <p:cNvGrpSpPr/>
            <p:nvPr/>
          </p:nvGrpSpPr>
          <p:grpSpPr>
            <a:xfrm>
              <a:off x="0" y="360362"/>
              <a:ext cx="1046163" cy="757238"/>
              <a:chOff x="0" y="0"/>
              <a:chExt cx="1046162" cy="757237"/>
            </a:xfrm>
          </p:grpSpPr>
          <p:sp>
            <p:nvSpPr>
              <p:cNvPr id="528" name="Shape"/>
              <p:cNvSpPr/>
              <p:nvPr/>
            </p:nvSpPr>
            <p:spPr>
              <a:xfrm>
                <a:off x="0" y="0"/>
                <a:ext cx="1046163" cy="7572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556" y="2717"/>
                    </a:moveTo>
                    <a:lnTo>
                      <a:pt x="5703" y="2264"/>
                    </a:lnTo>
                    <a:lnTo>
                      <a:pt x="7375" y="1857"/>
                    </a:lnTo>
                    <a:lnTo>
                      <a:pt x="9374" y="408"/>
                    </a:lnTo>
                    <a:lnTo>
                      <a:pt x="10620" y="91"/>
                    </a:lnTo>
                    <a:lnTo>
                      <a:pt x="12127" y="0"/>
                    </a:lnTo>
                    <a:lnTo>
                      <a:pt x="14029" y="226"/>
                    </a:lnTo>
                    <a:lnTo>
                      <a:pt x="15831" y="1675"/>
                    </a:lnTo>
                    <a:lnTo>
                      <a:pt x="17995" y="2491"/>
                    </a:lnTo>
                    <a:lnTo>
                      <a:pt x="18945" y="3306"/>
                    </a:lnTo>
                    <a:lnTo>
                      <a:pt x="19207" y="4166"/>
                    </a:lnTo>
                    <a:lnTo>
                      <a:pt x="19961" y="5796"/>
                    </a:lnTo>
                    <a:lnTo>
                      <a:pt x="20813" y="7336"/>
                    </a:lnTo>
                    <a:lnTo>
                      <a:pt x="21338" y="9962"/>
                    </a:lnTo>
                    <a:lnTo>
                      <a:pt x="21600" y="11955"/>
                    </a:lnTo>
                    <a:lnTo>
                      <a:pt x="21371" y="14038"/>
                    </a:lnTo>
                    <a:lnTo>
                      <a:pt x="20453" y="14943"/>
                    </a:lnTo>
                    <a:lnTo>
                      <a:pt x="18355" y="14128"/>
                    </a:lnTo>
                    <a:lnTo>
                      <a:pt x="18126" y="15170"/>
                    </a:lnTo>
                    <a:lnTo>
                      <a:pt x="18355" y="16800"/>
                    </a:lnTo>
                    <a:lnTo>
                      <a:pt x="18683" y="18023"/>
                    </a:lnTo>
                    <a:lnTo>
                      <a:pt x="18355" y="19291"/>
                    </a:lnTo>
                    <a:lnTo>
                      <a:pt x="17405" y="20106"/>
                    </a:lnTo>
                    <a:lnTo>
                      <a:pt x="15897" y="20830"/>
                    </a:lnTo>
                    <a:lnTo>
                      <a:pt x="13602" y="21283"/>
                    </a:lnTo>
                    <a:lnTo>
                      <a:pt x="11636" y="21600"/>
                    </a:lnTo>
                    <a:lnTo>
                      <a:pt x="9112" y="21555"/>
                    </a:lnTo>
                    <a:lnTo>
                      <a:pt x="6129" y="20875"/>
                    </a:lnTo>
                    <a:lnTo>
                      <a:pt x="5834" y="19743"/>
                    </a:lnTo>
                    <a:lnTo>
                      <a:pt x="6064" y="18521"/>
                    </a:lnTo>
                    <a:lnTo>
                      <a:pt x="6064" y="16619"/>
                    </a:lnTo>
                    <a:lnTo>
                      <a:pt x="5933" y="14038"/>
                    </a:lnTo>
                    <a:lnTo>
                      <a:pt x="4261" y="16438"/>
                    </a:lnTo>
                    <a:lnTo>
                      <a:pt x="2720" y="16936"/>
                    </a:lnTo>
                    <a:lnTo>
                      <a:pt x="1606" y="17253"/>
                    </a:lnTo>
                    <a:lnTo>
                      <a:pt x="557" y="16664"/>
                    </a:lnTo>
                    <a:lnTo>
                      <a:pt x="0" y="15260"/>
                    </a:lnTo>
                    <a:lnTo>
                      <a:pt x="66" y="13223"/>
                    </a:lnTo>
                    <a:lnTo>
                      <a:pt x="951" y="12136"/>
                    </a:lnTo>
                    <a:lnTo>
                      <a:pt x="1803" y="10460"/>
                    </a:lnTo>
                    <a:lnTo>
                      <a:pt x="2819" y="7155"/>
                    </a:lnTo>
                    <a:lnTo>
                      <a:pt x="3245" y="5615"/>
                    </a:lnTo>
                    <a:lnTo>
                      <a:pt x="3638" y="4257"/>
                    </a:lnTo>
                    <a:lnTo>
                      <a:pt x="4556" y="2717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29" name="Shape"/>
              <p:cNvSpPr/>
              <p:nvPr/>
            </p:nvSpPr>
            <p:spPr>
              <a:xfrm>
                <a:off x="15875" y="12700"/>
                <a:ext cx="1014413" cy="7112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68" y="2025"/>
                    </a:moveTo>
                    <a:lnTo>
                      <a:pt x="5408" y="2411"/>
                    </a:lnTo>
                    <a:lnTo>
                      <a:pt x="4462" y="2941"/>
                    </a:lnTo>
                    <a:lnTo>
                      <a:pt x="3718" y="4098"/>
                    </a:lnTo>
                    <a:lnTo>
                      <a:pt x="3482" y="5111"/>
                    </a:lnTo>
                    <a:lnTo>
                      <a:pt x="2873" y="7039"/>
                    </a:lnTo>
                    <a:lnTo>
                      <a:pt x="1859" y="11186"/>
                    </a:lnTo>
                    <a:lnTo>
                      <a:pt x="1183" y="12198"/>
                    </a:lnTo>
                    <a:lnTo>
                      <a:pt x="1048" y="13355"/>
                    </a:lnTo>
                    <a:lnTo>
                      <a:pt x="1115" y="14561"/>
                    </a:lnTo>
                    <a:lnTo>
                      <a:pt x="845" y="13211"/>
                    </a:lnTo>
                    <a:lnTo>
                      <a:pt x="879" y="12536"/>
                    </a:lnTo>
                    <a:lnTo>
                      <a:pt x="304" y="13355"/>
                    </a:lnTo>
                    <a:lnTo>
                      <a:pt x="0" y="14127"/>
                    </a:lnTo>
                    <a:lnTo>
                      <a:pt x="68" y="15573"/>
                    </a:lnTo>
                    <a:lnTo>
                      <a:pt x="608" y="16827"/>
                    </a:lnTo>
                    <a:lnTo>
                      <a:pt x="1285" y="17068"/>
                    </a:lnTo>
                    <a:lnTo>
                      <a:pt x="3042" y="16875"/>
                    </a:lnTo>
                    <a:lnTo>
                      <a:pt x="3718" y="16489"/>
                    </a:lnTo>
                    <a:lnTo>
                      <a:pt x="4732" y="15139"/>
                    </a:lnTo>
                    <a:lnTo>
                      <a:pt x="5510" y="14030"/>
                    </a:lnTo>
                    <a:lnTo>
                      <a:pt x="4699" y="11861"/>
                    </a:lnTo>
                    <a:lnTo>
                      <a:pt x="4293" y="10414"/>
                    </a:lnTo>
                    <a:lnTo>
                      <a:pt x="4259" y="7377"/>
                    </a:lnTo>
                    <a:lnTo>
                      <a:pt x="4394" y="6220"/>
                    </a:lnTo>
                    <a:lnTo>
                      <a:pt x="4530" y="8148"/>
                    </a:lnTo>
                    <a:lnTo>
                      <a:pt x="4530" y="10077"/>
                    </a:lnTo>
                    <a:lnTo>
                      <a:pt x="5037" y="11716"/>
                    </a:lnTo>
                    <a:lnTo>
                      <a:pt x="5713" y="13789"/>
                    </a:lnTo>
                    <a:lnTo>
                      <a:pt x="5577" y="11764"/>
                    </a:lnTo>
                    <a:lnTo>
                      <a:pt x="5273" y="9402"/>
                    </a:lnTo>
                    <a:lnTo>
                      <a:pt x="5375" y="7907"/>
                    </a:lnTo>
                    <a:lnTo>
                      <a:pt x="5577" y="6220"/>
                    </a:lnTo>
                    <a:lnTo>
                      <a:pt x="5577" y="8582"/>
                    </a:lnTo>
                    <a:lnTo>
                      <a:pt x="5645" y="10752"/>
                    </a:lnTo>
                    <a:lnTo>
                      <a:pt x="5713" y="11764"/>
                    </a:lnTo>
                    <a:lnTo>
                      <a:pt x="6017" y="9498"/>
                    </a:lnTo>
                    <a:lnTo>
                      <a:pt x="6456" y="7570"/>
                    </a:lnTo>
                    <a:lnTo>
                      <a:pt x="6287" y="9739"/>
                    </a:lnTo>
                    <a:lnTo>
                      <a:pt x="6085" y="11427"/>
                    </a:lnTo>
                    <a:lnTo>
                      <a:pt x="5949" y="12873"/>
                    </a:lnTo>
                    <a:lnTo>
                      <a:pt x="6085" y="14223"/>
                    </a:lnTo>
                    <a:lnTo>
                      <a:pt x="6152" y="15959"/>
                    </a:lnTo>
                    <a:lnTo>
                      <a:pt x="6152" y="17502"/>
                    </a:lnTo>
                    <a:lnTo>
                      <a:pt x="6017" y="18755"/>
                    </a:lnTo>
                    <a:lnTo>
                      <a:pt x="6997" y="17743"/>
                    </a:lnTo>
                    <a:lnTo>
                      <a:pt x="8011" y="15718"/>
                    </a:lnTo>
                    <a:lnTo>
                      <a:pt x="9127" y="13596"/>
                    </a:lnTo>
                    <a:lnTo>
                      <a:pt x="8383" y="15863"/>
                    </a:lnTo>
                    <a:lnTo>
                      <a:pt x="7369" y="18225"/>
                    </a:lnTo>
                    <a:lnTo>
                      <a:pt x="6389" y="19093"/>
                    </a:lnTo>
                    <a:lnTo>
                      <a:pt x="6017" y="19575"/>
                    </a:lnTo>
                    <a:lnTo>
                      <a:pt x="6085" y="20588"/>
                    </a:lnTo>
                    <a:lnTo>
                      <a:pt x="6930" y="21455"/>
                    </a:lnTo>
                    <a:lnTo>
                      <a:pt x="8011" y="21118"/>
                    </a:lnTo>
                    <a:lnTo>
                      <a:pt x="9059" y="20588"/>
                    </a:lnTo>
                    <a:lnTo>
                      <a:pt x="10411" y="18466"/>
                    </a:lnTo>
                    <a:lnTo>
                      <a:pt x="9566" y="20491"/>
                    </a:lnTo>
                    <a:lnTo>
                      <a:pt x="8315" y="21455"/>
                    </a:lnTo>
                    <a:lnTo>
                      <a:pt x="9431" y="21600"/>
                    </a:lnTo>
                    <a:lnTo>
                      <a:pt x="12338" y="21455"/>
                    </a:lnTo>
                    <a:lnTo>
                      <a:pt x="12980" y="20925"/>
                    </a:lnTo>
                    <a:lnTo>
                      <a:pt x="13386" y="20105"/>
                    </a:lnTo>
                    <a:lnTo>
                      <a:pt x="13285" y="18080"/>
                    </a:lnTo>
                    <a:lnTo>
                      <a:pt x="13285" y="16489"/>
                    </a:lnTo>
                    <a:lnTo>
                      <a:pt x="13825" y="13982"/>
                    </a:lnTo>
                    <a:lnTo>
                      <a:pt x="14839" y="12343"/>
                    </a:lnTo>
                    <a:lnTo>
                      <a:pt x="14096" y="14030"/>
                    </a:lnTo>
                    <a:lnTo>
                      <a:pt x="13758" y="15814"/>
                    </a:lnTo>
                    <a:lnTo>
                      <a:pt x="13656" y="16971"/>
                    </a:lnTo>
                    <a:lnTo>
                      <a:pt x="13656" y="18418"/>
                    </a:lnTo>
                    <a:lnTo>
                      <a:pt x="13656" y="19430"/>
                    </a:lnTo>
                    <a:lnTo>
                      <a:pt x="13656" y="20443"/>
                    </a:lnTo>
                    <a:lnTo>
                      <a:pt x="13082" y="21359"/>
                    </a:lnTo>
                    <a:lnTo>
                      <a:pt x="14637" y="21359"/>
                    </a:lnTo>
                    <a:lnTo>
                      <a:pt x="16056" y="20588"/>
                    </a:lnTo>
                    <a:lnTo>
                      <a:pt x="16496" y="19913"/>
                    </a:lnTo>
                    <a:lnTo>
                      <a:pt x="16699" y="17984"/>
                    </a:lnTo>
                    <a:lnTo>
                      <a:pt x="16563" y="16152"/>
                    </a:lnTo>
                    <a:lnTo>
                      <a:pt x="16563" y="15718"/>
                    </a:lnTo>
                    <a:lnTo>
                      <a:pt x="16800" y="14705"/>
                    </a:lnTo>
                    <a:lnTo>
                      <a:pt x="16800" y="16296"/>
                    </a:lnTo>
                    <a:lnTo>
                      <a:pt x="17003" y="17309"/>
                    </a:lnTo>
                    <a:lnTo>
                      <a:pt x="16935" y="18659"/>
                    </a:lnTo>
                    <a:lnTo>
                      <a:pt x="16800" y="19768"/>
                    </a:lnTo>
                    <a:lnTo>
                      <a:pt x="16496" y="20588"/>
                    </a:lnTo>
                    <a:lnTo>
                      <a:pt x="17375" y="19816"/>
                    </a:lnTo>
                    <a:lnTo>
                      <a:pt x="18051" y="19238"/>
                    </a:lnTo>
                    <a:lnTo>
                      <a:pt x="18355" y="19238"/>
                    </a:lnTo>
                    <a:lnTo>
                      <a:pt x="18490" y="18321"/>
                    </a:lnTo>
                    <a:lnTo>
                      <a:pt x="17746" y="17213"/>
                    </a:lnTo>
                    <a:lnTo>
                      <a:pt x="17307" y="16152"/>
                    </a:lnTo>
                    <a:lnTo>
                      <a:pt x="17915" y="16971"/>
                    </a:lnTo>
                    <a:lnTo>
                      <a:pt x="18186" y="17598"/>
                    </a:lnTo>
                    <a:lnTo>
                      <a:pt x="17746" y="16489"/>
                    </a:lnTo>
                    <a:lnTo>
                      <a:pt x="17510" y="15139"/>
                    </a:lnTo>
                    <a:lnTo>
                      <a:pt x="17476" y="14320"/>
                    </a:lnTo>
                    <a:lnTo>
                      <a:pt x="17814" y="15236"/>
                    </a:lnTo>
                    <a:lnTo>
                      <a:pt x="18051" y="16875"/>
                    </a:lnTo>
                    <a:lnTo>
                      <a:pt x="18051" y="14802"/>
                    </a:lnTo>
                    <a:lnTo>
                      <a:pt x="18186" y="14368"/>
                    </a:lnTo>
                    <a:lnTo>
                      <a:pt x="17915" y="13452"/>
                    </a:lnTo>
                    <a:lnTo>
                      <a:pt x="17476" y="12102"/>
                    </a:lnTo>
                    <a:lnTo>
                      <a:pt x="17003" y="9980"/>
                    </a:lnTo>
                    <a:lnTo>
                      <a:pt x="17476" y="11089"/>
                    </a:lnTo>
                    <a:lnTo>
                      <a:pt x="17949" y="13114"/>
                    </a:lnTo>
                    <a:lnTo>
                      <a:pt x="18423" y="14127"/>
                    </a:lnTo>
                    <a:lnTo>
                      <a:pt x="18490" y="12777"/>
                    </a:lnTo>
                    <a:lnTo>
                      <a:pt x="18186" y="11089"/>
                    </a:lnTo>
                    <a:lnTo>
                      <a:pt x="17746" y="9595"/>
                    </a:lnTo>
                    <a:lnTo>
                      <a:pt x="17307" y="8245"/>
                    </a:lnTo>
                    <a:lnTo>
                      <a:pt x="16868" y="6798"/>
                    </a:lnTo>
                    <a:lnTo>
                      <a:pt x="17476" y="7907"/>
                    </a:lnTo>
                    <a:lnTo>
                      <a:pt x="17949" y="9161"/>
                    </a:lnTo>
                    <a:lnTo>
                      <a:pt x="18118" y="9836"/>
                    </a:lnTo>
                    <a:lnTo>
                      <a:pt x="18423" y="11330"/>
                    </a:lnTo>
                    <a:lnTo>
                      <a:pt x="18930" y="12439"/>
                    </a:lnTo>
                    <a:lnTo>
                      <a:pt x="20113" y="13355"/>
                    </a:lnTo>
                    <a:lnTo>
                      <a:pt x="19166" y="13018"/>
                    </a:lnTo>
                    <a:lnTo>
                      <a:pt x="18727" y="12680"/>
                    </a:lnTo>
                    <a:lnTo>
                      <a:pt x="18558" y="14127"/>
                    </a:lnTo>
                    <a:lnTo>
                      <a:pt x="19808" y="14368"/>
                    </a:lnTo>
                    <a:lnTo>
                      <a:pt x="20451" y="14802"/>
                    </a:lnTo>
                    <a:lnTo>
                      <a:pt x="21363" y="14223"/>
                    </a:lnTo>
                    <a:lnTo>
                      <a:pt x="21600" y="12584"/>
                    </a:lnTo>
                    <a:lnTo>
                      <a:pt x="21465" y="11764"/>
                    </a:lnTo>
                    <a:lnTo>
                      <a:pt x="21363" y="10993"/>
                    </a:lnTo>
                    <a:lnTo>
                      <a:pt x="21228" y="9498"/>
                    </a:lnTo>
                    <a:lnTo>
                      <a:pt x="20789" y="7570"/>
                    </a:lnTo>
                    <a:lnTo>
                      <a:pt x="20485" y="7329"/>
                    </a:lnTo>
                    <a:lnTo>
                      <a:pt x="20045" y="6268"/>
                    </a:lnTo>
                    <a:lnTo>
                      <a:pt x="19606" y="5448"/>
                    </a:lnTo>
                    <a:lnTo>
                      <a:pt x="19099" y="4291"/>
                    </a:lnTo>
                    <a:lnTo>
                      <a:pt x="18862" y="3423"/>
                    </a:lnTo>
                    <a:lnTo>
                      <a:pt x="17915" y="2604"/>
                    </a:lnTo>
                    <a:lnTo>
                      <a:pt x="16868" y="2121"/>
                    </a:lnTo>
                    <a:lnTo>
                      <a:pt x="15380" y="1687"/>
                    </a:lnTo>
                    <a:lnTo>
                      <a:pt x="14941" y="1157"/>
                    </a:lnTo>
                    <a:lnTo>
                      <a:pt x="14062" y="868"/>
                    </a:lnTo>
                    <a:lnTo>
                      <a:pt x="12473" y="771"/>
                    </a:lnTo>
                    <a:lnTo>
                      <a:pt x="10344" y="868"/>
                    </a:lnTo>
                    <a:lnTo>
                      <a:pt x="14062" y="241"/>
                    </a:lnTo>
                    <a:lnTo>
                      <a:pt x="13656" y="0"/>
                    </a:lnTo>
                    <a:lnTo>
                      <a:pt x="11899" y="96"/>
                    </a:lnTo>
                    <a:lnTo>
                      <a:pt x="10479" y="0"/>
                    </a:lnTo>
                    <a:lnTo>
                      <a:pt x="9566" y="241"/>
                    </a:lnTo>
                    <a:lnTo>
                      <a:pt x="9059" y="579"/>
                    </a:lnTo>
                    <a:lnTo>
                      <a:pt x="8383" y="1254"/>
                    </a:lnTo>
                    <a:lnTo>
                      <a:pt x="7268" y="2025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0" name="Shape"/>
              <p:cNvSpPr/>
              <p:nvPr/>
            </p:nvSpPr>
            <p:spPr>
              <a:xfrm>
                <a:off x="508000" y="134937"/>
                <a:ext cx="88900" cy="3111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57" y="0"/>
                    </a:moveTo>
                    <a:lnTo>
                      <a:pt x="16971" y="7384"/>
                    </a:lnTo>
                    <a:lnTo>
                      <a:pt x="12343" y="14327"/>
                    </a:lnTo>
                    <a:lnTo>
                      <a:pt x="0" y="21600"/>
                    </a:lnTo>
                    <a:lnTo>
                      <a:pt x="13886" y="15649"/>
                    </a:lnTo>
                    <a:lnTo>
                      <a:pt x="20829" y="10469"/>
                    </a:lnTo>
                    <a:lnTo>
                      <a:pt x="21600" y="6282"/>
                    </a:lnTo>
                    <a:lnTo>
                      <a:pt x="20057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1" name="Shape"/>
              <p:cNvSpPr/>
              <p:nvPr/>
            </p:nvSpPr>
            <p:spPr>
              <a:xfrm>
                <a:off x="342900" y="85725"/>
                <a:ext cx="117475" cy="3571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265" y="5184"/>
                    </a:lnTo>
                    <a:lnTo>
                      <a:pt x="14303" y="12288"/>
                    </a:lnTo>
                    <a:lnTo>
                      <a:pt x="9632" y="16992"/>
                    </a:lnTo>
                    <a:lnTo>
                      <a:pt x="0" y="21600"/>
                    </a:lnTo>
                    <a:lnTo>
                      <a:pt x="13719" y="15744"/>
                    </a:lnTo>
                    <a:lnTo>
                      <a:pt x="18681" y="11136"/>
                    </a:lnTo>
                    <a:lnTo>
                      <a:pt x="19849" y="8352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2" name="Shape"/>
              <p:cNvSpPr/>
              <p:nvPr/>
            </p:nvSpPr>
            <p:spPr>
              <a:xfrm>
                <a:off x="171450" y="409575"/>
                <a:ext cx="39688" cy="1381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9872" y="8938"/>
                    </a:lnTo>
                    <a:lnTo>
                      <a:pt x="9504" y="18372"/>
                    </a:lnTo>
                    <a:lnTo>
                      <a:pt x="0" y="21600"/>
                    </a:lnTo>
                    <a:lnTo>
                      <a:pt x="9504" y="13159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3" name="Shape"/>
              <p:cNvSpPr/>
              <p:nvPr/>
            </p:nvSpPr>
            <p:spPr>
              <a:xfrm>
                <a:off x="123825" y="254000"/>
                <a:ext cx="30163" cy="247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3642" y="6646"/>
                    </a:lnTo>
                    <a:lnTo>
                      <a:pt x="5684" y="13569"/>
                    </a:lnTo>
                    <a:lnTo>
                      <a:pt x="5684" y="17031"/>
                    </a:lnTo>
                    <a:lnTo>
                      <a:pt x="7958" y="21600"/>
                    </a:lnTo>
                    <a:lnTo>
                      <a:pt x="0" y="16338"/>
                    </a:lnTo>
                    <a:lnTo>
                      <a:pt x="0" y="11354"/>
                    </a:lnTo>
                    <a:lnTo>
                      <a:pt x="7958" y="7615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4" name="Shape"/>
              <p:cNvSpPr/>
              <p:nvPr/>
            </p:nvSpPr>
            <p:spPr>
              <a:xfrm>
                <a:off x="293687" y="103187"/>
                <a:ext cx="19051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7200" y="6438"/>
                    </a:lnTo>
                    <a:lnTo>
                      <a:pt x="0" y="12462"/>
                    </a:lnTo>
                    <a:lnTo>
                      <a:pt x="0" y="21600"/>
                    </a:lnTo>
                    <a:lnTo>
                      <a:pt x="10800" y="11423"/>
                    </a:lnTo>
                    <a:lnTo>
                      <a:pt x="18000" y="6646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5" name="Shape"/>
              <p:cNvSpPr/>
              <p:nvPr/>
            </p:nvSpPr>
            <p:spPr>
              <a:xfrm>
                <a:off x="325437" y="185737"/>
                <a:ext cx="46038" cy="182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1172" y="12960"/>
                    </a:lnTo>
                    <a:lnTo>
                      <a:pt x="18621" y="6198"/>
                    </a:lnTo>
                    <a:lnTo>
                      <a:pt x="21600" y="0"/>
                    </a:lnTo>
                    <a:lnTo>
                      <a:pt x="21600" y="10143"/>
                    </a:lnTo>
                    <a:lnTo>
                      <a:pt x="14152" y="16529"/>
                    </a:lnTo>
                    <a:lnTo>
                      <a:pt x="0" y="2160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6" name="Shape"/>
              <p:cNvSpPr/>
              <p:nvPr/>
            </p:nvSpPr>
            <p:spPr>
              <a:xfrm>
                <a:off x="312737" y="388937"/>
                <a:ext cx="120651" cy="1587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lnTo>
                      <a:pt x="16200" y="5184"/>
                    </a:lnTo>
                    <a:lnTo>
                      <a:pt x="9663" y="9936"/>
                    </a:lnTo>
                    <a:lnTo>
                      <a:pt x="3695" y="15768"/>
                    </a:lnTo>
                    <a:lnTo>
                      <a:pt x="0" y="21600"/>
                    </a:lnTo>
                    <a:lnTo>
                      <a:pt x="7674" y="14256"/>
                    </a:lnTo>
                    <a:lnTo>
                      <a:pt x="15632" y="7992"/>
                    </a:lnTo>
                    <a:lnTo>
                      <a:pt x="2160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7" name="Shape"/>
              <p:cNvSpPr/>
              <p:nvPr/>
            </p:nvSpPr>
            <p:spPr>
              <a:xfrm>
                <a:off x="571500" y="234950"/>
                <a:ext cx="153988" cy="3937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6012" y="16113"/>
                    </a:lnTo>
                    <a:lnTo>
                      <a:pt x="8907" y="11845"/>
                    </a:lnTo>
                    <a:lnTo>
                      <a:pt x="14920" y="8535"/>
                    </a:lnTo>
                    <a:lnTo>
                      <a:pt x="21600" y="3048"/>
                    </a:lnTo>
                    <a:lnTo>
                      <a:pt x="21600" y="0"/>
                    </a:lnTo>
                    <a:lnTo>
                      <a:pt x="13138" y="7403"/>
                    </a:lnTo>
                    <a:lnTo>
                      <a:pt x="6458" y="12194"/>
                    </a:lnTo>
                    <a:lnTo>
                      <a:pt x="5567" y="15765"/>
                    </a:lnTo>
                    <a:lnTo>
                      <a:pt x="0" y="2160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8" name="Shape"/>
              <p:cNvSpPr/>
              <p:nvPr/>
            </p:nvSpPr>
            <p:spPr>
              <a:xfrm>
                <a:off x="842962" y="157162"/>
                <a:ext cx="25401" cy="1651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750" y="0"/>
                    </a:moveTo>
                    <a:lnTo>
                      <a:pt x="9450" y="10592"/>
                    </a:lnTo>
                    <a:lnTo>
                      <a:pt x="20250" y="17446"/>
                    </a:lnTo>
                    <a:lnTo>
                      <a:pt x="21600" y="21600"/>
                    </a:lnTo>
                    <a:lnTo>
                      <a:pt x="6750" y="14538"/>
                    </a:lnTo>
                    <a:lnTo>
                      <a:pt x="0" y="8931"/>
                    </a:lnTo>
                    <a:lnTo>
                      <a:pt x="675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39" name="Shape"/>
              <p:cNvSpPr/>
              <p:nvPr/>
            </p:nvSpPr>
            <p:spPr>
              <a:xfrm>
                <a:off x="881062" y="147637"/>
                <a:ext cx="61913" cy="2079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4431" y="8574"/>
                    </a:lnTo>
                    <a:lnTo>
                      <a:pt x="11631" y="14510"/>
                    </a:lnTo>
                    <a:lnTo>
                      <a:pt x="21600" y="21600"/>
                    </a:lnTo>
                    <a:lnTo>
                      <a:pt x="11631" y="10553"/>
                    </a:lnTo>
                    <a:lnTo>
                      <a:pt x="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40" name="Shape"/>
              <p:cNvSpPr/>
              <p:nvPr/>
            </p:nvSpPr>
            <p:spPr>
              <a:xfrm>
                <a:off x="887412" y="377825"/>
                <a:ext cx="57151" cy="301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13800" y="21600"/>
                    </a:lnTo>
                    <a:lnTo>
                      <a:pt x="21600" y="18189"/>
                    </a:lnTo>
                    <a:lnTo>
                      <a:pt x="14400" y="7958"/>
                    </a:lnTo>
                    <a:lnTo>
                      <a:pt x="0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541" name="Shape"/>
              <p:cNvSpPr/>
              <p:nvPr/>
            </p:nvSpPr>
            <p:spPr>
              <a:xfrm>
                <a:off x="665162" y="60325"/>
                <a:ext cx="30163" cy="17621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232" y="0"/>
                    </a:moveTo>
                    <a:lnTo>
                      <a:pt x="12505" y="9146"/>
                    </a:lnTo>
                    <a:lnTo>
                      <a:pt x="9095" y="15373"/>
                    </a:lnTo>
                    <a:lnTo>
                      <a:pt x="0" y="21600"/>
                    </a:lnTo>
                    <a:lnTo>
                      <a:pt x="19326" y="12065"/>
                    </a:lnTo>
                    <a:lnTo>
                      <a:pt x="21600" y="6811"/>
                    </a:lnTo>
                    <a:lnTo>
                      <a:pt x="10232" y="0"/>
                    </a:lnTo>
                  </a:path>
                </a:pathLst>
              </a:custGeom>
              <a:blipFill rotWithShape="1">
                <a:blip r:embed="rId3"/>
                <a:srcRect/>
                <a:tile tx="0" ty="0" sx="100000" sy="100000" flip="none" algn="tl"/>
              </a:blipFill>
              <a:ln w="12700" cap="flat">
                <a:noFill/>
                <a:round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FFFFFF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546" name="Divide and Comput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Divide and Compute</a:t>
            </a:r>
          </a:p>
        </p:txBody>
      </p:sp>
      <p:sp>
        <p:nvSpPr>
          <p:cNvPr id="547" name="x1 + x2 + x3 + x4 + x5 + x6 + x7 + x8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1193800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SzTx/>
              <a:buFont typeface="Trebuchet MS"/>
              <a:buNone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x1 + x2 + x3 + x4 + x5 + x6 + x7 + x8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buClr>
                <a:srgbClr val="727272"/>
              </a:buClr>
              <a:buSzTx/>
              <a:buFont typeface="Trebuchet MS"/>
              <a:buNone/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How many operations with sequential programming?</a:t>
            </a:r>
          </a:p>
        </p:txBody>
      </p:sp>
      <p:sp>
        <p:nvSpPr>
          <p:cNvPr id="548" name="7…"/>
          <p:cNvSpPr txBox="1"/>
          <p:nvPr/>
        </p:nvSpPr>
        <p:spPr>
          <a:xfrm>
            <a:off x="457200" y="2908300"/>
            <a:ext cx="8229600" cy="455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7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sz="2000">
              <a:solidFill>
                <a:srgbClr val="4180FF"/>
              </a:solidFill>
              <a:uFill>
                <a:solidFill>
                  <a:srgbClr val="4180FF"/>
                </a:solidFill>
              </a:uFill>
            </a:endParaRP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1: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x1 + x2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2: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x3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3: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x4</a:t>
            </a:r>
            <a:r>
              <a:rPr sz="2000"/>
              <a:t> 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4: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+ x4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x5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5: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+ x4 + x5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x6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6: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+ x4 + x5 + x6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x7</a:t>
            </a:r>
            <a:r>
              <a:rPr sz="2000"/>
              <a:t> </a:t>
            </a:r>
          </a:p>
          <a:p>
            <a:pPr marL="383540" marR="40639" indent="-342900" defTabSz="914400">
              <a:spcBef>
                <a:spcPts val="500"/>
              </a:spcBef>
              <a:buClr>
                <a:srgbClr val="4180FF"/>
              </a:buClr>
              <a:buFont typeface="Trebuchet MS"/>
              <a:defRPr sz="2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 sz="200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Step 7: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 </a:t>
            </a:r>
            <a:r>
              <a:rPr sz="2000"/>
              <a:t>x1 + x2 + x3 + x4 + x5 + x6 + x7 </a:t>
            </a:r>
            <a:r>
              <a: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+ x8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8" grpId="1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551" name="Divide and Compute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Divide and Compute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572" name="Gain from parallelis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Gain from parallelism</a:t>
            </a:r>
          </a:p>
        </p:txBody>
      </p:sp>
      <p:sp>
        <p:nvSpPr>
          <p:cNvPr id="573" name="In theory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SzTx/>
              <a:buFont typeface="Trebuchet MS"/>
              <a:buNone/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In theory:</a:t>
            </a:r>
          </a:p>
          <a:p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dividing a program into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smaller parts and running on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processors results in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n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time speedup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</a:pPr>
            <a:endParaRPr>
              <a:solidFill>
                <a:srgbClr val="000000"/>
              </a:solidFill>
              <a:uFill>
                <a:solidFill>
                  <a:srgbClr val="000000"/>
                </a:solidFill>
              </a:uFill>
            </a:endParaRPr>
          </a:p>
          <a:p>
            <a:pPr>
              <a:buClr>
                <a:srgbClr val="727272"/>
              </a:buClr>
              <a:buSzTx/>
              <a:buFont typeface="Trebuchet MS"/>
              <a:buNone/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In practice:</a:t>
            </a:r>
          </a:p>
          <a:p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This is not true, due to</a:t>
            </a:r>
          </a:p>
          <a:p>
            <a:pPr lvl="1"/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Communication costs</a:t>
            </a:r>
          </a:p>
          <a:p>
            <a:pPr lvl="1"/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Dependencies between different program parts</a:t>
            </a:r>
          </a:p>
          <a:p>
            <a:pPr lvl="2"/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Eg. the addition example can run only in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log(n)</a:t>
            </a:r>
            <a:r>
              <a:t>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time not</a:t>
            </a:r>
            <a:r>
              <a:t>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1/n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576" name="Concurrent Programm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Concurrent Programming</a:t>
            </a:r>
          </a:p>
        </p:txBody>
      </p:sp>
      <p:sp>
        <p:nvSpPr>
          <p:cNvPr id="577" name="Implementation of concurrent task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Implementation of concurrent tasks: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as separate programs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as a set of processes or threads created by a single program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Execution of concurrent tasks: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on a single processor (can be multiple cores)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>
              <a:solidFill>
                <a:srgbClr val="FF4C00"/>
              </a:solidFill>
              <a:uFill>
                <a:solidFill>
                  <a:srgbClr val="FF4C00"/>
                </a:solidFill>
              </a:uFill>
              <a:latin typeface="Wingdings"/>
              <a:ea typeface="Wingdings"/>
              <a:cs typeface="Wingdings"/>
              <a:sym typeface="Wingdings"/>
            </a:endParaRP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on several processors in close proximity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on several processors distributed across a network</a:t>
            </a:r>
          </a:p>
        </p:txBody>
      </p:sp>
      <p:sp>
        <p:nvSpPr>
          <p:cNvPr id="578" name=" Multithreaded programming"/>
          <p:cNvSpPr txBox="1"/>
          <p:nvPr/>
        </p:nvSpPr>
        <p:spPr>
          <a:xfrm>
            <a:off x="444500" y="3860800"/>
            <a:ext cx="4131678" cy="6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783590" marR="40639" lvl="2" indent="-285750" defTabSz="914400">
              <a:spcBef>
                <a:spcPts val="400"/>
              </a:spcBef>
              <a:buClr>
                <a:srgbClr val="FF4C00"/>
              </a:buClr>
              <a:buFont typeface="Trebuchet MS"/>
              <a:def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t> Multithreaded programming</a:t>
            </a:r>
          </a:p>
        </p:txBody>
      </p:sp>
      <p:sp>
        <p:nvSpPr>
          <p:cNvPr id="579" name=" Parallel computing"/>
          <p:cNvSpPr txBox="1"/>
          <p:nvPr/>
        </p:nvSpPr>
        <p:spPr>
          <a:xfrm>
            <a:off x="444500" y="4521200"/>
            <a:ext cx="3087524" cy="652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783590" marR="40639" lvl="2" indent="-285750" defTabSz="914400">
              <a:spcBef>
                <a:spcPts val="400"/>
              </a:spcBef>
              <a:buClr>
                <a:srgbClr val="FF4C00"/>
              </a:buClr>
              <a:buFont typeface="Trebuchet MS"/>
              <a:def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t> Parallel computing</a:t>
            </a:r>
          </a:p>
        </p:txBody>
      </p:sp>
      <p:sp>
        <p:nvSpPr>
          <p:cNvPr id="580" name=" Distributed computing"/>
          <p:cNvSpPr txBox="1"/>
          <p:nvPr/>
        </p:nvSpPr>
        <p:spPr>
          <a:xfrm>
            <a:off x="419100" y="5308600"/>
            <a:ext cx="3492833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783590" marR="40639" lvl="2" indent="-285750" defTabSz="914400">
              <a:spcBef>
                <a:spcPts val="400"/>
              </a:spcBef>
              <a:buClr>
                <a:srgbClr val="FF4C00"/>
              </a:buClr>
              <a:buFont typeface="Trebuchet MS"/>
              <a:defRPr sz="20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r>
              <a:rPr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t> Distributed computing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" grpId="1" animBg="1" advAuto="0"/>
      <p:bldP spid="579" grpId="2" animBg="1" advAuto="0"/>
      <p:bldP spid="580" grpId="3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583" name="Why Thread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Benefits of Parallelism</a:t>
            </a:r>
            <a:endParaRPr dirty="0"/>
          </a:p>
        </p:txBody>
      </p:sp>
      <p:sp>
        <p:nvSpPr>
          <p:cNvPr id="584" name="In certain cases, a single application may need to run several tasks at the same tim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In certain cases, a single application may need to run several tasks at the same time</a:t>
            </a:r>
          </a:p>
          <a:p>
            <a:pPr lvl="1"/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Creating a new process for each task is</a:t>
            </a:r>
            <a:r>
              <a:rPr dirty="0"/>
              <a:t> </a:t>
            </a:r>
            <a:r>
              <a:rPr dirty="0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</a:rPr>
              <a:t>time consuming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Use a single process with multiple threads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faster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less overhead for creation, switching, and termination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share the same address space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E1620-A514-F87B-919D-26F00C04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300" dirty="0"/>
              <a:t>Why Do we need threads? </a:t>
            </a:r>
            <a:br>
              <a:rPr lang="en-US" dirty="0"/>
            </a:br>
            <a:r>
              <a:rPr lang="en-US" dirty="0"/>
              <a:t>Reason 2: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A4C86-452D-D2D2-DD4D-B7DB9D4A71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blocking program due to slow I/O</a:t>
            </a:r>
          </a:p>
          <a:p>
            <a:r>
              <a:rPr lang="en-US" dirty="0"/>
              <a:t>Think about an Email client (such a outlook)</a:t>
            </a:r>
          </a:p>
          <a:p>
            <a:r>
              <a:rPr lang="en-US" dirty="0"/>
              <a:t>Works that an email client do </a:t>
            </a:r>
          </a:p>
          <a:p>
            <a:pPr lvl="1"/>
            <a:r>
              <a:rPr lang="en-US" dirty="0"/>
              <a:t>Receive emails</a:t>
            </a:r>
          </a:p>
          <a:p>
            <a:pPr lvl="1"/>
            <a:r>
              <a:rPr lang="en-US" dirty="0"/>
              <a:t>Compose emails</a:t>
            </a:r>
          </a:p>
          <a:p>
            <a:pPr lvl="1"/>
            <a:r>
              <a:rPr lang="en-US" dirty="0"/>
              <a:t>Send emails</a:t>
            </a:r>
          </a:p>
          <a:p>
            <a:pPr lvl="1"/>
            <a:r>
              <a:rPr lang="en-US" dirty="0"/>
              <a:t>Calendar notification</a:t>
            </a:r>
          </a:p>
          <a:p>
            <a:r>
              <a:rPr lang="en-US" dirty="0"/>
              <a:t>If the program is sequential</a:t>
            </a:r>
          </a:p>
          <a:p>
            <a:pPr lvl="1"/>
            <a:r>
              <a:rPr lang="en-US" dirty="0"/>
              <a:t>You cannot write an email, when your email client is receiving an email.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39619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Threading Benefi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Threading Benefits</a:t>
            </a:r>
          </a:p>
        </p:txBody>
      </p:sp>
      <p:sp>
        <p:nvSpPr>
          <p:cNvPr id="5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588" name="Patterns of multithreading usage across applications…"/>
          <p:cNvSpPr txBox="1"/>
          <p:nvPr/>
        </p:nvSpPr>
        <p:spPr>
          <a:xfrm>
            <a:off x="457200" y="1295400"/>
            <a:ext cx="8318500" cy="454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Patterns of multithreading usage across applications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perform foreground and background work in parallel</a:t>
            </a:r>
          </a:p>
          <a:p>
            <a:pPr marL="1886902" marR="40639" indent="-457200" defTabSz="914400">
              <a:spcBef>
                <a:spcPts val="6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illusion of full-time interactivity toward the user while performing other tasks (same principle as time-sharing) 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allow asynchronous processing</a:t>
            </a:r>
          </a:p>
          <a:p>
            <a:pPr marL="1886902" marR="40639" indent="-457200" defTabSz="914400">
              <a:spcBef>
                <a:spcPts val="6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separate and desynchronize the execution streams of independent tasks that don’t need to communicate</a:t>
            </a:r>
          </a:p>
          <a:p>
            <a:pPr marL="1886902" marR="40639" indent="-457200" defTabSz="914400">
              <a:spcBef>
                <a:spcPts val="6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handle external, surprise events such as client requests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increase speed of execution</a:t>
            </a:r>
          </a:p>
          <a:p>
            <a:pPr marL="1886902" marR="40639" indent="-457200" defTabSz="914400">
              <a:spcBef>
                <a:spcPts val="600"/>
              </a:spcBef>
              <a:buClr>
                <a:srgbClr val="7B1142"/>
              </a:buClr>
              <a:buSzPct val="100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rPr dirty="0"/>
              <a:t>“stagger” and overlap CPU execution time and I/O wait time (same principle as multiprogramming)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Multi-threa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Multi-threading</a:t>
            </a:r>
          </a:p>
        </p:txBody>
      </p:sp>
      <p:sp>
        <p:nvSpPr>
          <p:cNvPr id="5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592" name="The execution part is a “thread”"/>
          <p:cNvSpPr txBox="1"/>
          <p:nvPr/>
        </p:nvSpPr>
        <p:spPr>
          <a:xfrm>
            <a:off x="457200" y="1295400"/>
            <a:ext cx="8242300" cy="533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496252" marR="40639" indent="-455612" defTabSz="914400">
              <a:spcBef>
                <a:spcPts val="1600"/>
              </a:spcBef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rPr dirty="0"/>
              <a:t>The execution pa</a:t>
            </a:r>
            <a:r>
              <a:rPr lang="en-US" dirty="0"/>
              <a:t>th</a:t>
            </a:r>
            <a:r>
              <a:rPr dirty="0"/>
              <a:t> is a “thread”</a:t>
            </a:r>
          </a:p>
        </p:txBody>
      </p:sp>
      <p:grpSp>
        <p:nvGrpSpPr>
          <p:cNvPr id="595" name="Group"/>
          <p:cNvGrpSpPr/>
          <p:nvPr/>
        </p:nvGrpSpPr>
        <p:grpSpPr>
          <a:xfrm>
            <a:off x="1066800" y="2057400"/>
            <a:ext cx="3200400" cy="3886200"/>
            <a:chOff x="0" y="0"/>
            <a:chExt cx="3200400" cy="3886200"/>
          </a:xfrm>
        </p:grpSpPr>
        <p:sp>
          <p:nvSpPr>
            <p:cNvPr id="593" name="Rectangle"/>
            <p:cNvSpPr/>
            <p:nvPr/>
          </p:nvSpPr>
          <p:spPr>
            <a:xfrm>
              <a:off x="0" y="0"/>
              <a:ext cx="3200400" cy="38862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7B1142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594" name="Pasta for six…"/>
            <p:cNvSpPr/>
            <p:nvPr/>
          </p:nvSpPr>
          <p:spPr>
            <a:xfrm>
              <a:off x="0" y="0"/>
              <a:ext cx="3200400" cy="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marL="334645" indent="-334645" algn="ctr" defTabSz="914400">
                <a:buClr>
                  <a:srgbClr val="7B1142"/>
                </a:buClr>
                <a:buFont typeface="Lucida Handwriting"/>
                <a:defRPr sz="2400" i="1" u="sng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Pasta for six</a:t>
              </a:r>
            </a:p>
            <a:p>
              <a:pPr marL="334645" indent="-334645" defTabSz="914400">
                <a:buClr>
                  <a:srgbClr val="7B1142"/>
                </a:buClr>
                <a:buFont typeface="Lucida Handwriting"/>
                <a:defRPr sz="2400" i="1" u="sng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endParaRPr/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boil 1 quart salty water	</a:t>
              </a:r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endParaRPr/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stir in the pasta</a:t>
              </a:r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endParaRPr/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cook on medium until “al dente”</a:t>
              </a:r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endParaRPr/>
            </a:p>
            <a:p>
              <a:pPr marL="334645" indent="-334645" defTabSz="914400">
                <a:buClr>
                  <a:srgbClr val="7B1142"/>
                </a:buClr>
                <a:buSzPct val="100000"/>
                <a:buFont typeface="Lucida Handwriting"/>
                <a:buChar char="–"/>
                <a:defRPr sz="2000" i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</a:defRPr>
              </a:pPr>
              <a:r>
                <a:t>serve</a:t>
              </a:r>
            </a:p>
          </p:txBody>
        </p:sp>
      </p:grpSp>
      <p:sp>
        <p:nvSpPr>
          <p:cNvPr id="596" name="Program"/>
          <p:cNvSpPr txBox="1"/>
          <p:nvPr/>
        </p:nvSpPr>
        <p:spPr>
          <a:xfrm>
            <a:off x="2113670" y="6096000"/>
            <a:ext cx="925685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7B1142"/>
              </a:buClr>
              <a:buFont typeface="Arial Narrow"/>
              <a:defRPr sz="1800" b="1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Program</a:t>
            </a:r>
          </a:p>
        </p:txBody>
      </p:sp>
      <p:grpSp>
        <p:nvGrpSpPr>
          <p:cNvPr id="599" name="Group"/>
          <p:cNvGrpSpPr/>
          <p:nvPr/>
        </p:nvGrpSpPr>
        <p:grpSpPr>
          <a:xfrm>
            <a:off x="5257800" y="1905000"/>
            <a:ext cx="2667000" cy="4421188"/>
            <a:chOff x="0" y="0"/>
            <a:chExt cx="2667000" cy="4421187"/>
          </a:xfrm>
        </p:grpSpPr>
        <p:sp>
          <p:nvSpPr>
            <p:cNvPr id="597" name="Process"/>
            <p:cNvSpPr txBox="1"/>
            <p:nvPr/>
          </p:nvSpPr>
          <p:spPr>
            <a:xfrm>
              <a:off x="879402" y="4052887"/>
              <a:ext cx="884384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L="40639" marR="40639" algn="ctr" defTabSz="914400">
                <a:buClr>
                  <a:srgbClr val="FF2600"/>
                </a:buClr>
                <a:buFont typeface="Arial Narrow"/>
                <a:defRPr sz="1800" b="1">
                  <a:solidFill>
                    <a:srgbClr val="FF2600"/>
                  </a:solidFill>
                  <a:uFill>
                    <a:solidFill>
                      <a:srgbClr val="FF26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r>
                <a:t>Process</a:t>
              </a:r>
            </a:p>
          </p:txBody>
        </p:sp>
        <p:pic>
          <p:nvPicPr>
            <p:cNvPr id="598" name="cook.png" descr="cook.png"/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667000" cy="38862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00" name="CPU"/>
          <p:cNvSpPr txBox="1"/>
          <p:nvPr/>
        </p:nvSpPr>
        <p:spPr>
          <a:xfrm>
            <a:off x="7615088" y="3276600"/>
            <a:ext cx="509886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914400">
              <a:buClr>
                <a:srgbClr val="FF2600"/>
              </a:buClr>
              <a:buFont typeface="Arial Narrow"/>
              <a:defRPr sz="1800" b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CPU</a:t>
            </a:r>
          </a:p>
        </p:txBody>
      </p:sp>
      <p:sp>
        <p:nvSpPr>
          <p:cNvPr id="601" name="input data"/>
          <p:cNvSpPr txBox="1"/>
          <p:nvPr/>
        </p:nvSpPr>
        <p:spPr>
          <a:xfrm>
            <a:off x="7919888" y="5257800"/>
            <a:ext cx="1009949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914400">
              <a:buClr>
                <a:srgbClr val="FF2600"/>
              </a:buClr>
              <a:buFont typeface="Arial Narrow"/>
              <a:defRPr sz="1800" b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input data</a:t>
            </a:r>
          </a:p>
        </p:txBody>
      </p:sp>
      <p:sp>
        <p:nvSpPr>
          <p:cNvPr id="602" name="Line"/>
          <p:cNvSpPr/>
          <p:nvPr/>
        </p:nvSpPr>
        <p:spPr>
          <a:xfrm rot="5400000">
            <a:off x="1496476" y="3020476"/>
            <a:ext cx="2362201" cy="2836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01" extrusionOk="0">
                <a:moveTo>
                  <a:pt x="0" y="0"/>
                </a:moveTo>
                <a:cubicBezTo>
                  <a:pt x="2100" y="9138"/>
                  <a:pt x="4200" y="18277"/>
                  <a:pt x="6000" y="19938"/>
                </a:cubicBezTo>
                <a:cubicBezTo>
                  <a:pt x="7800" y="21600"/>
                  <a:pt x="9200" y="9969"/>
                  <a:pt x="10800" y="9969"/>
                </a:cubicBezTo>
                <a:cubicBezTo>
                  <a:pt x="12400" y="9969"/>
                  <a:pt x="14200" y="19938"/>
                  <a:pt x="15600" y="19938"/>
                </a:cubicBezTo>
                <a:cubicBezTo>
                  <a:pt x="17000" y="19938"/>
                  <a:pt x="18200" y="11631"/>
                  <a:pt x="19200" y="9969"/>
                </a:cubicBezTo>
                <a:cubicBezTo>
                  <a:pt x="20200" y="8308"/>
                  <a:pt x="20900" y="9138"/>
                  <a:pt x="21600" y="9969"/>
                </a:cubicBezTo>
              </a:path>
            </a:pathLst>
          </a:custGeom>
          <a:ln w="38100">
            <a:solidFill>
              <a:srgbClr val="FF2600"/>
            </a:solidFill>
            <a:tailEnd type="triangle"/>
          </a:ln>
        </p:spPr>
        <p:txBody>
          <a:bodyPr lIns="50800" tIns="50800" rIns="50800" bIns="50800" anchor="ctr"/>
          <a:lstStyle/>
          <a:p>
            <a:pPr marL="40639" marR="40639" defTabSz="914400"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/>
          </a:p>
        </p:txBody>
      </p:sp>
      <p:sp>
        <p:nvSpPr>
          <p:cNvPr id="603" name="thread of execution"/>
          <p:cNvSpPr/>
          <p:nvPr/>
        </p:nvSpPr>
        <p:spPr>
          <a:xfrm>
            <a:off x="2662863" y="3429000"/>
            <a:ext cx="1843424" cy="368300"/>
          </a:xfrm>
          <a:prstGeom prst="rect">
            <a:avLst/>
          </a:prstGeom>
          <a:solidFill>
            <a:srgbClr val="FFFFFF"/>
          </a:solidFill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ctr" defTabSz="914400">
              <a:buClr>
                <a:srgbClr val="FF2600"/>
              </a:buClr>
              <a:buFont typeface="Arial Narrow"/>
              <a:defRPr sz="1800" b="1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thread of execution</a:t>
            </a:r>
          </a:p>
        </p:txBody>
      </p:sp>
      <p:grpSp>
        <p:nvGrpSpPr>
          <p:cNvPr id="609" name="Group"/>
          <p:cNvGrpSpPr/>
          <p:nvPr/>
        </p:nvGrpSpPr>
        <p:grpSpPr>
          <a:xfrm>
            <a:off x="455010" y="1293129"/>
            <a:ext cx="8242300" cy="3736071"/>
            <a:chOff x="-2190" y="-230871"/>
            <a:chExt cx="8242300" cy="3736071"/>
          </a:xfrm>
        </p:grpSpPr>
        <p:sp>
          <p:nvSpPr>
            <p:cNvPr id="604" name="The execution part is a “thread” that can be multiplied"/>
            <p:cNvSpPr txBox="1"/>
            <p:nvPr/>
          </p:nvSpPr>
          <p:spPr>
            <a:xfrm>
              <a:off x="-2190" y="-230871"/>
              <a:ext cx="8242300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>
              <a:lvl1pPr marL="496252" marR="40639" indent="-455612" defTabSz="914400">
                <a:spcBef>
                  <a:spcPts val="1600"/>
                </a:spcBef>
                <a:buClr>
                  <a:srgbClr val="7B1142"/>
                </a:buClr>
                <a:buSzPct val="70000"/>
                <a:buChar char=""/>
                <a:tabLst>
                  <a:tab pos="495300" algn="l"/>
                  <a:tab pos="1066800" algn="l"/>
                  <a:tab pos="1866900" algn="l"/>
                </a:tabLst>
                <a:defRPr sz="2800" u="sng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r>
                <a:rPr dirty="0"/>
                <a:t>The execution pa</a:t>
              </a:r>
              <a:r>
                <a:rPr lang="en-US" dirty="0"/>
                <a:t>th</a:t>
              </a:r>
              <a:r>
                <a:rPr dirty="0"/>
                <a:t> is a “thread” that can be multiplied</a:t>
              </a:r>
            </a:p>
          </p:txBody>
        </p:sp>
        <p:pic>
          <p:nvPicPr>
            <p:cNvPr id="605" name="cook2.jpg" descr="cook2.jpg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62800" y="685800"/>
              <a:ext cx="1076325" cy="28194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06" name="Line"/>
            <p:cNvSpPr/>
            <p:nvPr/>
          </p:nvSpPr>
          <p:spPr>
            <a:xfrm flipH="1">
              <a:off x="2661455" y="609600"/>
              <a:ext cx="283358" cy="1524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080" h="21600" extrusionOk="0">
                  <a:moveTo>
                    <a:pt x="0" y="21600"/>
                  </a:moveTo>
                  <a:cubicBezTo>
                    <a:pt x="9112" y="18692"/>
                    <a:pt x="18225" y="15785"/>
                    <a:pt x="19912" y="13292"/>
                  </a:cubicBezTo>
                  <a:cubicBezTo>
                    <a:pt x="21600" y="10800"/>
                    <a:pt x="10012" y="8853"/>
                    <a:pt x="10012" y="6646"/>
                  </a:cubicBezTo>
                  <a:cubicBezTo>
                    <a:pt x="10012" y="4439"/>
                    <a:pt x="18225" y="1116"/>
                    <a:pt x="19912" y="0"/>
                  </a:cubicBezTo>
                </a:path>
              </a:pathLst>
            </a:custGeom>
            <a:noFill/>
            <a:ln w="38100" cap="flat">
              <a:solidFill>
                <a:srgbClr val="FF2600"/>
              </a:solidFill>
              <a:prstDash val="solid"/>
              <a:round/>
              <a:head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607" name="other thread"/>
            <p:cNvSpPr/>
            <p:nvPr/>
          </p:nvSpPr>
          <p:spPr>
            <a:xfrm>
              <a:off x="2820987" y="1295400"/>
              <a:ext cx="1125253" cy="368300"/>
            </a:xfrm>
            <a:prstGeom prst="rect">
              <a:avLst/>
            </a:prstGeom>
            <a:solidFill>
              <a:srgbClr val="FFFFFF"/>
            </a:solidFill>
            <a:ln w="9525" cap="flat">
              <a:noFill/>
              <a:round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defTabSz="914400">
                <a:buClr>
                  <a:srgbClr val="7B1142"/>
                </a:buClr>
                <a:buFont typeface="Arial Narrow"/>
                <a:defRPr sz="18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r>
                <a:t>other thread</a:t>
              </a:r>
            </a:p>
          </p:txBody>
        </p:sp>
        <p:sp>
          <p:nvSpPr>
            <p:cNvPr id="608" name="same CPU working…"/>
            <p:cNvSpPr txBox="1"/>
            <p:nvPr/>
          </p:nvSpPr>
          <p:spPr>
            <a:xfrm>
              <a:off x="6037690" y="533400"/>
              <a:ext cx="1718408" cy="635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/>
            <a:p>
              <a:pPr algn="ctr" defTabSz="914400">
                <a:buClr>
                  <a:srgbClr val="7B1142"/>
                </a:buClr>
                <a:buFont typeface="Arial Narrow"/>
                <a:defRPr sz="18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same CPU working</a:t>
              </a:r>
            </a:p>
            <a:p>
              <a:pPr algn="ctr" defTabSz="914400">
                <a:buClr>
                  <a:srgbClr val="7B1142"/>
                </a:buClr>
                <a:buFont typeface="Arial Narrow"/>
                <a:defRPr sz="18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t>on two things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" grpId="1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612" name="Single and Multithreaded Proc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Single and Multithreaded Processes</a:t>
            </a:r>
          </a:p>
        </p:txBody>
      </p:sp>
      <p:pic>
        <p:nvPicPr>
          <p:cNvPr id="613" name="image.png" descr="image.png"/>
          <p:cNvPicPr>
            <a:picLocks/>
          </p:cNvPicPr>
          <p:nvPr/>
        </p:nvPicPr>
        <p:blipFill>
          <a:blip r:embed="rId2"/>
          <a:srcRect l="392" t="11746" r="392" b="11746"/>
          <a:stretch>
            <a:fillRect/>
          </a:stretch>
        </p:blipFill>
        <p:spPr>
          <a:xfrm>
            <a:off x="1116012" y="1652587"/>
            <a:ext cx="7132638" cy="4125913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New Process Description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New Process Description Model</a:t>
            </a:r>
          </a:p>
        </p:txBody>
      </p:sp>
      <p:sp>
        <p:nvSpPr>
          <p:cNvPr id="6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617" name="Multithreading requires changes in the process description model"/>
          <p:cNvSpPr txBox="1"/>
          <p:nvPr/>
        </p:nvSpPr>
        <p:spPr>
          <a:xfrm>
            <a:off x="406400" y="1193800"/>
            <a:ext cx="824230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496252" marR="40639" indent="-455612" defTabSz="914400">
              <a:spcBef>
                <a:spcPts val="1600"/>
              </a:spcBef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Multithreading requires changes in the process description model</a:t>
            </a:r>
          </a:p>
        </p:txBody>
      </p:sp>
      <p:grpSp>
        <p:nvGrpSpPr>
          <p:cNvPr id="630" name="Group"/>
          <p:cNvGrpSpPr/>
          <p:nvPr/>
        </p:nvGrpSpPr>
        <p:grpSpPr>
          <a:xfrm>
            <a:off x="5308600" y="1879600"/>
            <a:ext cx="1371600" cy="2819400"/>
            <a:chOff x="0" y="0"/>
            <a:chExt cx="1371600" cy="2819400"/>
          </a:xfrm>
        </p:grpSpPr>
        <p:grpSp>
          <p:nvGrpSpPr>
            <p:cNvPr id="620" name="Group"/>
            <p:cNvGrpSpPr/>
            <p:nvPr/>
          </p:nvGrpSpPr>
          <p:grpSpPr>
            <a:xfrm>
              <a:off x="0" y="533400"/>
              <a:ext cx="1371600" cy="304800"/>
              <a:chOff x="0" y="0"/>
              <a:chExt cx="1371600" cy="304800"/>
            </a:xfrm>
          </p:grpSpPr>
          <p:sp>
            <p:nvSpPr>
              <p:cNvPr id="618" name="Rectangle"/>
              <p:cNvSpPr/>
              <p:nvPr/>
            </p:nvSpPr>
            <p:spPr>
              <a:xfrm>
                <a:off x="0" y="0"/>
                <a:ext cx="1371600" cy="304800"/>
              </a:xfrm>
              <a:prstGeom prst="rect">
                <a:avLst/>
              </a:prstGeom>
              <a:solidFill>
                <a:srgbClr val="FFFC97"/>
              </a:solidFill>
              <a:ln w="12700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19" name="stack"/>
              <p:cNvSpPr txBox="1"/>
              <p:nvPr/>
            </p:nvSpPr>
            <p:spPr>
              <a:xfrm>
                <a:off x="0" y="2908"/>
                <a:ext cx="1371600" cy="2989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L="40639" marR="40639" algn="ctr" defTabSz="914400">
                  <a:spcBef>
                    <a:spcPts val="300"/>
                  </a:spcBef>
                  <a:buClr>
                    <a:srgbClr val="7B1142"/>
                  </a:buClr>
                  <a:buFont typeface="Wingdings"/>
                  <a:defRPr sz="1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stack</a:t>
                </a:r>
              </a:p>
            </p:txBody>
          </p:sp>
        </p:grpSp>
        <p:grpSp>
          <p:nvGrpSpPr>
            <p:cNvPr id="623" name="Group"/>
            <p:cNvGrpSpPr/>
            <p:nvPr/>
          </p:nvGrpSpPr>
          <p:grpSpPr>
            <a:xfrm>
              <a:off x="0" y="0"/>
              <a:ext cx="1371600" cy="533400"/>
              <a:chOff x="0" y="0"/>
              <a:chExt cx="1371600" cy="533400"/>
            </a:xfrm>
          </p:grpSpPr>
          <p:sp>
            <p:nvSpPr>
              <p:cNvPr id="621" name="Rectangle"/>
              <p:cNvSpPr/>
              <p:nvPr/>
            </p:nvSpPr>
            <p:spPr>
              <a:xfrm>
                <a:off x="0" y="0"/>
                <a:ext cx="1371600" cy="533400"/>
              </a:xfrm>
              <a:prstGeom prst="rect">
                <a:avLst/>
              </a:prstGeom>
              <a:solidFill>
                <a:srgbClr val="FFFEED"/>
              </a:solidFill>
              <a:ln w="38100" cap="flat">
                <a:solidFill>
                  <a:srgbClr val="E6ADC8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22" name="process control block (PCB)"/>
              <p:cNvSpPr txBox="1"/>
              <p:nvPr/>
            </p:nvSpPr>
            <p:spPr>
              <a:xfrm>
                <a:off x="0" y="40592"/>
                <a:ext cx="1371600" cy="45221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L="40639" marR="40639" algn="ctr" defTabSz="914400">
                  <a:spcBef>
                    <a:spcPts val="200"/>
                  </a:spcBef>
                  <a:buClr>
                    <a:srgbClr val="7B1142"/>
                  </a:buClr>
                  <a:buFont typeface="Wingdings"/>
                  <a:defRPr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process control block (PCB)</a:t>
                </a:r>
              </a:p>
            </p:txBody>
          </p:sp>
        </p:grpSp>
        <p:grpSp>
          <p:nvGrpSpPr>
            <p:cNvPr id="626" name="Group"/>
            <p:cNvGrpSpPr/>
            <p:nvPr/>
          </p:nvGrpSpPr>
          <p:grpSpPr>
            <a:xfrm>
              <a:off x="0" y="1447800"/>
              <a:ext cx="1371600" cy="1371600"/>
              <a:chOff x="0" y="0"/>
              <a:chExt cx="1371600" cy="1371600"/>
            </a:xfrm>
          </p:grpSpPr>
          <p:sp>
            <p:nvSpPr>
              <p:cNvPr id="624" name="Square"/>
              <p:cNvSpPr/>
              <p:nvPr/>
            </p:nvSpPr>
            <p:spPr>
              <a:xfrm>
                <a:off x="0" y="0"/>
                <a:ext cx="1371600" cy="1371600"/>
              </a:xfrm>
              <a:prstGeom prst="rect">
                <a:avLst/>
              </a:prstGeom>
              <a:solidFill>
                <a:srgbClr val="FFBEBD"/>
              </a:solidFill>
              <a:ln w="12700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25" name="program…"/>
              <p:cNvSpPr txBox="1"/>
              <p:nvPr/>
            </p:nvSpPr>
            <p:spPr>
              <a:xfrm>
                <a:off x="0" y="345369"/>
                <a:ext cx="1371600" cy="6808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/>
              <a:p>
                <a:pPr marL="40639" marR="40639" algn="ctr" defTabSz="914400">
                  <a:spcBef>
                    <a:spcPts val="400"/>
                  </a:spcBef>
                  <a:buClr>
                    <a:srgbClr val="7B1142"/>
                  </a:buClr>
                  <a:buFont typeface="Wingdings"/>
                  <a:defRPr sz="18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program</a:t>
                </a:r>
              </a:p>
              <a:p>
                <a:pPr marL="40639" marR="40639" algn="ctr" defTabSz="914400">
                  <a:spcBef>
                    <a:spcPts val="400"/>
                  </a:spcBef>
                  <a:buClr>
                    <a:srgbClr val="7B1142"/>
                  </a:buClr>
                  <a:buFont typeface="Wingdings"/>
                  <a:defRPr sz="18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pPr>
                <a:r>
                  <a:t>code</a:t>
                </a:r>
              </a:p>
            </p:txBody>
          </p:sp>
        </p:grpSp>
        <p:grpSp>
          <p:nvGrpSpPr>
            <p:cNvPr id="629" name="Group"/>
            <p:cNvGrpSpPr/>
            <p:nvPr/>
          </p:nvGrpSpPr>
          <p:grpSpPr>
            <a:xfrm>
              <a:off x="0" y="838200"/>
              <a:ext cx="1371600" cy="609600"/>
              <a:chOff x="0" y="0"/>
              <a:chExt cx="1371600" cy="609600"/>
            </a:xfrm>
          </p:grpSpPr>
          <p:sp>
            <p:nvSpPr>
              <p:cNvPr id="627" name="Rectangle"/>
              <p:cNvSpPr/>
              <p:nvPr/>
            </p:nvSpPr>
            <p:spPr>
              <a:xfrm>
                <a:off x="0" y="0"/>
                <a:ext cx="1371600" cy="609600"/>
              </a:xfrm>
              <a:prstGeom prst="rect">
                <a:avLst/>
              </a:prstGeom>
              <a:solidFill>
                <a:srgbClr val="BBE8F3"/>
              </a:solidFill>
              <a:ln w="12700" cap="flat">
                <a:solidFill>
                  <a:srgbClr val="7B1142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28" name="data"/>
              <p:cNvSpPr txBox="1"/>
              <p:nvPr/>
            </p:nvSpPr>
            <p:spPr>
              <a:xfrm>
                <a:off x="0" y="124389"/>
                <a:ext cx="1371600" cy="3608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marL="40639" marR="40639" algn="ctr" defTabSz="914400">
                  <a:spcBef>
                    <a:spcPts val="400"/>
                  </a:spcBef>
                  <a:buClr>
                    <a:srgbClr val="7B1142"/>
                  </a:buClr>
                  <a:buFont typeface="Wingdings"/>
                  <a:defRPr sz="18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r>
                  <a:t>data</a:t>
                </a:r>
              </a:p>
            </p:txBody>
          </p:sp>
        </p:grpSp>
      </p:grpSp>
      <p:grpSp>
        <p:nvGrpSpPr>
          <p:cNvPr id="658" name="Group"/>
          <p:cNvGrpSpPr/>
          <p:nvPr/>
        </p:nvGrpSpPr>
        <p:grpSpPr>
          <a:xfrm>
            <a:off x="406399" y="1066800"/>
            <a:ext cx="8305801" cy="5183188"/>
            <a:chOff x="0" y="0"/>
            <a:chExt cx="8305800" cy="5183187"/>
          </a:xfrm>
        </p:grpSpPr>
        <p:sp>
          <p:nvSpPr>
            <p:cNvPr id="631" name="Line"/>
            <p:cNvSpPr/>
            <p:nvPr/>
          </p:nvSpPr>
          <p:spPr>
            <a:xfrm flipV="1">
              <a:off x="6324600" y="1252537"/>
              <a:ext cx="414338" cy="4763"/>
            </a:xfrm>
            <a:prstGeom prst="line">
              <a:avLst/>
            </a:prstGeom>
            <a:noFill/>
            <a:ln w="12700" cap="flat">
              <a:solidFill>
                <a:srgbClr val="7B1142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2400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/>
            </a:p>
          </p:txBody>
        </p:sp>
        <p:sp>
          <p:nvSpPr>
            <p:cNvPr id="632" name="each thread of execution receives its own control block and stack…"/>
            <p:cNvSpPr txBox="1"/>
            <p:nvPr/>
          </p:nvSpPr>
          <p:spPr>
            <a:xfrm>
              <a:off x="0" y="0"/>
              <a:ext cx="4965700" cy="44513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t">
              <a:spAutoFit/>
            </a:bodyPr>
            <a:lstStyle/>
            <a:p>
              <a:pPr marL="496252" marR="40639" indent="-455612" defTabSz="914400">
                <a:spcBef>
                  <a:spcPts val="1600"/>
                </a:spcBef>
                <a:buClr>
                  <a:srgbClr val="7B1142"/>
                </a:buClr>
                <a:buSzPct val="100000"/>
                <a:buChar char=""/>
                <a:tabLst>
                  <a:tab pos="495300" algn="l"/>
                  <a:tab pos="1066800" algn="l"/>
                  <a:tab pos="1866900" algn="l"/>
                </a:tabLst>
                <a:defRPr sz="2800" b="1" u="sng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endParaRPr dirty="0"/>
            </a:p>
            <a:p>
              <a:pPr marL="1067752" marR="40639" indent="-455612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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endParaRPr dirty="0"/>
            </a:p>
            <a:p>
              <a:pPr marL="1067752" marR="40639" indent="-455612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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each thread of execution receives its own control block and stack</a:t>
              </a:r>
            </a:p>
            <a:p>
              <a:pPr marL="1523364" marR="40639" indent="-339725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own execution state (“Running”, “Blocked”, etc.)</a:t>
              </a:r>
            </a:p>
            <a:p>
              <a:pPr marL="1523364" marR="40639" indent="-339725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own copy of CPU registers</a:t>
              </a:r>
            </a:p>
            <a:p>
              <a:pPr marL="1523364" marR="40639" indent="-339725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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own execution history (stack)</a:t>
              </a:r>
            </a:p>
            <a:p>
              <a:pPr marL="1067752" marR="40639" indent="-455612" defTabSz="914400">
                <a:spcBef>
                  <a:spcPts val="600"/>
                </a:spcBef>
                <a:buClr>
                  <a:srgbClr val="7B1142"/>
                </a:buClr>
                <a:buSzPct val="100000"/>
                <a:buChar char=""/>
                <a:tabLst>
                  <a:tab pos="495300" algn="l"/>
                  <a:tab pos="1066800" algn="l"/>
                  <a:tab pos="1866900" algn="l"/>
                </a:tabLst>
                <a:defRPr sz="2400">
                  <a:uFill>
                    <a:solidFill>
                      <a:srgbClr val="000000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pPr>
              <a:r>
                <a:rPr dirty="0"/>
                <a:t>the process keeps a global control block listing resources currently used</a:t>
              </a:r>
            </a:p>
          </p:txBody>
        </p:sp>
        <p:grpSp>
          <p:nvGrpSpPr>
            <p:cNvPr id="656" name="Group"/>
            <p:cNvGrpSpPr/>
            <p:nvPr/>
          </p:nvGrpSpPr>
          <p:grpSpPr>
            <a:xfrm>
              <a:off x="6934200" y="685800"/>
              <a:ext cx="1371600" cy="4419600"/>
              <a:chOff x="0" y="0"/>
              <a:chExt cx="1371600" cy="4419600"/>
            </a:xfrm>
          </p:grpSpPr>
          <p:grpSp>
            <p:nvGrpSpPr>
              <p:cNvPr id="635" name="Group"/>
              <p:cNvGrpSpPr/>
              <p:nvPr/>
            </p:nvGrpSpPr>
            <p:grpSpPr>
              <a:xfrm>
                <a:off x="0" y="0"/>
                <a:ext cx="1371600" cy="533400"/>
                <a:chOff x="0" y="0"/>
                <a:chExt cx="1371600" cy="533400"/>
              </a:xfrm>
            </p:grpSpPr>
            <p:sp>
              <p:nvSpPr>
                <p:cNvPr id="633" name="Rectangle"/>
                <p:cNvSpPr/>
                <p:nvPr/>
              </p:nvSpPr>
              <p:spPr>
                <a:xfrm>
                  <a:off x="0" y="0"/>
                  <a:ext cx="1371600" cy="533400"/>
                </a:xfrm>
                <a:prstGeom prst="rect">
                  <a:avLst/>
                </a:prstGeom>
                <a:solidFill>
                  <a:srgbClr val="FFFEED"/>
                </a:solidFill>
                <a:ln w="38100" cap="flat">
                  <a:solidFill>
                    <a:srgbClr val="E6ADC8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34" name="process control block (PCB)"/>
                <p:cNvSpPr txBox="1"/>
                <p:nvPr/>
              </p:nvSpPr>
              <p:spPr>
                <a:xfrm>
                  <a:off x="0" y="40592"/>
                  <a:ext cx="1371600" cy="452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process control block (PCB)</a:t>
                  </a:r>
                </a:p>
              </p:txBody>
            </p:sp>
          </p:grpSp>
          <p:grpSp>
            <p:nvGrpSpPr>
              <p:cNvPr id="638" name="Group"/>
              <p:cNvGrpSpPr/>
              <p:nvPr/>
            </p:nvGrpSpPr>
            <p:grpSpPr>
              <a:xfrm>
                <a:off x="0" y="3048000"/>
                <a:ext cx="1371600" cy="1371600"/>
                <a:chOff x="0" y="0"/>
                <a:chExt cx="1371600" cy="1371600"/>
              </a:xfrm>
            </p:grpSpPr>
            <p:sp>
              <p:nvSpPr>
                <p:cNvPr id="636" name="Square"/>
                <p:cNvSpPr/>
                <p:nvPr/>
              </p:nvSpPr>
              <p:spPr>
                <a:xfrm>
                  <a:off x="0" y="0"/>
                  <a:ext cx="1371600" cy="1371600"/>
                </a:xfrm>
                <a:prstGeom prst="rect">
                  <a:avLst/>
                </a:prstGeom>
                <a:solidFill>
                  <a:srgbClr val="FFBEBD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37" name="program…"/>
                <p:cNvSpPr txBox="1"/>
                <p:nvPr/>
              </p:nvSpPr>
              <p:spPr>
                <a:xfrm>
                  <a:off x="0" y="345369"/>
                  <a:ext cx="1371600" cy="6808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/>
                <a:p>
                  <a:pPr marL="40639" marR="40639" algn="ctr" defTabSz="914400">
                    <a:spcBef>
                      <a:spcPts val="400"/>
                    </a:spcBef>
                    <a:buClr>
                      <a:srgbClr val="7B1142"/>
                    </a:buClr>
                    <a:buFont typeface="Wingdings"/>
                    <a:defRPr sz="18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program</a:t>
                  </a:r>
                </a:p>
                <a:p>
                  <a:pPr marL="40639" marR="40639" algn="ctr" defTabSz="914400">
                    <a:spcBef>
                      <a:spcPts val="400"/>
                    </a:spcBef>
                    <a:buClr>
                      <a:srgbClr val="7B1142"/>
                    </a:buClr>
                    <a:buFont typeface="Wingdings"/>
                    <a:defRPr sz="18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pPr>
                  <a:r>
                    <a:t>code</a:t>
                  </a:r>
                </a:p>
              </p:txBody>
            </p:sp>
          </p:grpSp>
          <p:grpSp>
            <p:nvGrpSpPr>
              <p:cNvPr id="641" name="Group"/>
              <p:cNvGrpSpPr/>
              <p:nvPr/>
            </p:nvGrpSpPr>
            <p:grpSpPr>
              <a:xfrm>
                <a:off x="0" y="2438400"/>
                <a:ext cx="1371600" cy="609600"/>
                <a:chOff x="0" y="0"/>
                <a:chExt cx="1371600" cy="609600"/>
              </a:xfrm>
            </p:grpSpPr>
            <p:sp>
              <p:nvSpPr>
                <p:cNvPr id="639" name="Rectangle"/>
                <p:cNvSpPr/>
                <p:nvPr/>
              </p:nvSpPr>
              <p:spPr>
                <a:xfrm>
                  <a:off x="0" y="0"/>
                  <a:ext cx="1371600" cy="609600"/>
                </a:xfrm>
                <a:prstGeom prst="rect">
                  <a:avLst/>
                </a:prstGeom>
                <a:solidFill>
                  <a:srgbClr val="BBE8F3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40" name="data"/>
                <p:cNvSpPr txBox="1"/>
                <p:nvPr/>
              </p:nvSpPr>
              <p:spPr>
                <a:xfrm>
                  <a:off x="0" y="124389"/>
                  <a:ext cx="1371600" cy="36082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400"/>
                    </a:spcBef>
                    <a:buClr>
                      <a:srgbClr val="7B1142"/>
                    </a:buClr>
                    <a:buFont typeface="Wingdings"/>
                    <a:defRPr sz="18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data</a:t>
                  </a:r>
                </a:p>
              </p:txBody>
            </p:sp>
          </p:grpSp>
          <p:grpSp>
            <p:nvGrpSpPr>
              <p:cNvPr id="644" name="Group"/>
              <p:cNvGrpSpPr/>
              <p:nvPr/>
            </p:nvGrpSpPr>
            <p:grpSpPr>
              <a:xfrm>
                <a:off x="0" y="1069975"/>
                <a:ext cx="1371600" cy="381000"/>
                <a:chOff x="0" y="0"/>
                <a:chExt cx="1371600" cy="381000"/>
              </a:xfrm>
            </p:grpSpPr>
            <p:sp>
              <p:nvSpPr>
                <p:cNvPr id="642" name="Rectangle"/>
                <p:cNvSpPr/>
                <p:nvPr/>
              </p:nvSpPr>
              <p:spPr>
                <a:xfrm>
                  <a:off x="0" y="0"/>
                  <a:ext cx="1371600" cy="381000"/>
                </a:xfrm>
                <a:prstGeom prst="rect">
                  <a:avLst/>
                </a:prstGeom>
                <a:solidFill>
                  <a:srgbClr val="FFFC97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43" name="thread 1 stack"/>
                <p:cNvSpPr txBox="1"/>
                <p:nvPr/>
              </p:nvSpPr>
              <p:spPr>
                <a:xfrm>
                  <a:off x="0" y="53292"/>
                  <a:ext cx="1371600" cy="2744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thread 1 stack</a:t>
                  </a:r>
                </a:p>
              </p:txBody>
            </p:sp>
          </p:grpSp>
          <p:grpSp>
            <p:nvGrpSpPr>
              <p:cNvPr id="647" name="Group"/>
              <p:cNvGrpSpPr/>
              <p:nvPr/>
            </p:nvGrpSpPr>
            <p:grpSpPr>
              <a:xfrm>
                <a:off x="0" y="536575"/>
                <a:ext cx="1371600" cy="530225"/>
                <a:chOff x="0" y="0"/>
                <a:chExt cx="1371600" cy="530225"/>
              </a:xfrm>
            </p:grpSpPr>
            <p:sp>
              <p:nvSpPr>
                <p:cNvPr id="645" name="Rectangle"/>
                <p:cNvSpPr/>
                <p:nvPr/>
              </p:nvSpPr>
              <p:spPr>
                <a:xfrm>
                  <a:off x="0" y="0"/>
                  <a:ext cx="1371600" cy="530225"/>
                </a:xfrm>
                <a:prstGeom prst="rect">
                  <a:avLst/>
                </a:prstGeom>
                <a:solidFill>
                  <a:srgbClr val="FFFEED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46" name="thread 1 control block (TCB 1)"/>
                <p:cNvSpPr txBox="1"/>
                <p:nvPr/>
              </p:nvSpPr>
              <p:spPr>
                <a:xfrm>
                  <a:off x="0" y="39005"/>
                  <a:ext cx="1371600" cy="4522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thread 1 control block (TCB 1)</a:t>
                  </a:r>
                </a:p>
              </p:txBody>
            </p:sp>
          </p:grpSp>
          <p:grpSp>
            <p:nvGrpSpPr>
              <p:cNvPr id="650" name="Group"/>
              <p:cNvGrpSpPr/>
              <p:nvPr/>
            </p:nvGrpSpPr>
            <p:grpSpPr>
              <a:xfrm>
                <a:off x="0" y="1984375"/>
                <a:ext cx="1371600" cy="454025"/>
                <a:chOff x="0" y="0"/>
                <a:chExt cx="1371600" cy="454025"/>
              </a:xfrm>
            </p:grpSpPr>
            <p:sp>
              <p:nvSpPr>
                <p:cNvPr id="648" name="Rectangle"/>
                <p:cNvSpPr/>
                <p:nvPr/>
              </p:nvSpPr>
              <p:spPr>
                <a:xfrm>
                  <a:off x="0" y="0"/>
                  <a:ext cx="1371600" cy="454025"/>
                </a:xfrm>
                <a:prstGeom prst="rect">
                  <a:avLst/>
                </a:prstGeom>
                <a:solidFill>
                  <a:srgbClr val="FFFC97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49" name="thread 2 stack"/>
                <p:cNvSpPr txBox="1"/>
                <p:nvPr/>
              </p:nvSpPr>
              <p:spPr>
                <a:xfrm>
                  <a:off x="0" y="89805"/>
                  <a:ext cx="1371600" cy="27441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thread 2 stack</a:t>
                  </a:r>
                </a:p>
              </p:txBody>
            </p:sp>
          </p:grpSp>
          <p:grpSp>
            <p:nvGrpSpPr>
              <p:cNvPr id="653" name="Group"/>
              <p:cNvGrpSpPr/>
              <p:nvPr/>
            </p:nvGrpSpPr>
            <p:grpSpPr>
              <a:xfrm>
                <a:off x="0" y="1450975"/>
                <a:ext cx="1371600" cy="533400"/>
                <a:chOff x="0" y="0"/>
                <a:chExt cx="1371600" cy="533400"/>
              </a:xfrm>
            </p:grpSpPr>
            <p:sp>
              <p:nvSpPr>
                <p:cNvPr id="651" name="Rectangle"/>
                <p:cNvSpPr/>
                <p:nvPr/>
              </p:nvSpPr>
              <p:spPr>
                <a:xfrm>
                  <a:off x="0" y="0"/>
                  <a:ext cx="1371600" cy="533400"/>
                </a:xfrm>
                <a:prstGeom prst="rect">
                  <a:avLst/>
                </a:prstGeom>
                <a:solidFill>
                  <a:srgbClr val="FFFEED"/>
                </a:solidFill>
                <a:ln w="12700" cap="flat">
                  <a:solidFill>
                    <a:srgbClr val="7B1142"/>
                  </a:solidFill>
                  <a:prstDash val="solid"/>
                  <a:miter lim="400000"/>
                </a:ln>
                <a:effectLst/>
              </p:spPr>
              <p:txBody>
                <a:bodyPr wrap="square" lIns="50800" tIns="50800" rIns="50800" bIns="50800" numCol="1" anchor="ctr">
                  <a:noAutofit/>
                </a:bodyPr>
                <a:lstStyle/>
                <a:p>
                  <a:pPr marL="40639" marR="40639" defTabSz="914400">
                    <a:defRPr sz="2400"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endParaRPr/>
                </a:p>
              </p:txBody>
            </p:sp>
            <p:sp>
              <p:nvSpPr>
                <p:cNvPr id="652" name="thread 2 control block (TCB 2)"/>
                <p:cNvSpPr txBox="1"/>
                <p:nvPr/>
              </p:nvSpPr>
              <p:spPr>
                <a:xfrm>
                  <a:off x="0" y="40592"/>
                  <a:ext cx="1371600" cy="45221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50800" tIns="50800" rIns="50800" bIns="50800" numCol="1" anchor="ctr">
                  <a:spAutoFit/>
                </a:bodyPr>
                <a:lstStyle>
                  <a:lvl1pPr marL="40639" marR="40639" algn="ctr" defTabSz="914400">
                    <a:spcBef>
                      <a:spcPts val="200"/>
                    </a:spcBef>
                    <a:buClr>
                      <a:srgbClr val="7B1142"/>
                    </a:buClr>
                    <a:buFont typeface="Wingdings"/>
                    <a:defRPr>
                      <a:solidFill>
                        <a:srgbClr val="7B1142"/>
                      </a:solidFill>
                      <a:uFill>
                        <a:solidFill>
                          <a:srgbClr val="7B1142"/>
                        </a:solidFill>
                      </a:uFill>
                      <a:latin typeface="Arial"/>
                      <a:ea typeface="Arial"/>
                      <a:cs typeface="Arial"/>
                      <a:sym typeface="Arial"/>
                    </a:defRPr>
                  </a:lvl1pPr>
                </a:lstStyle>
                <a:p>
                  <a:r>
                    <a:t>thread 2 control block (TCB 2)</a:t>
                  </a:r>
                </a:p>
              </p:txBody>
            </p:sp>
          </p:grpSp>
          <p:sp>
            <p:nvSpPr>
              <p:cNvPr id="654" name="Rectangle"/>
              <p:cNvSpPr/>
              <p:nvPr/>
            </p:nvSpPr>
            <p:spPr>
              <a:xfrm>
                <a:off x="0" y="1447800"/>
                <a:ext cx="1371600" cy="990600"/>
              </a:xfrm>
              <a:prstGeom prst="rect">
                <a:avLst/>
              </a:prstGeom>
              <a:noFill/>
              <a:ln w="38100" cap="flat">
                <a:solidFill>
                  <a:srgbClr val="FF26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  <p:sp>
            <p:nvSpPr>
              <p:cNvPr id="655" name="Rectangle"/>
              <p:cNvSpPr/>
              <p:nvPr/>
            </p:nvSpPr>
            <p:spPr>
              <a:xfrm>
                <a:off x="0" y="533400"/>
                <a:ext cx="1371600" cy="914400"/>
              </a:xfrm>
              <a:prstGeom prst="rect">
                <a:avLst/>
              </a:prstGeom>
              <a:noFill/>
              <a:ln w="38100" cap="flat">
                <a:solidFill>
                  <a:srgbClr val="FF26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marL="40639" marR="40639" defTabSz="914400">
                  <a:defRPr sz="2400">
                    <a:solidFill>
                      <a:srgbClr val="7B1142"/>
                    </a:solidFill>
                    <a:uFill>
                      <a:solidFill>
                        <a:srgbClr val="7B1142"/>
                      </a:solidFill>
                    </a:u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endParaRPr/>
              </a:p>
            </p:txBody>
          </p:sp>
        </p:grpSp>
        <p:sp>
          <p:nvSpPr>
            <p:cNvPr id="657" name="New process image"/>
            <p:cNvSpPr txBox="1"/>
            <p:nvPr/>
          </p:nvSpPr>
          <p:spPr>
            <a:xfrm>
              <a:off x="4660900" y="4814887"/>
              <a:ext cx="1905382" cy="368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t">
              <a:spAutoFit/>
            </a:bodyPr>
            <a:lstStyle>
              <a:lvl1pPr marL="40639" marR="40639" defTabSz="914400">
                <a:buClr>
                  <a:srgbClr val="7B1142"/>
                </a:buClr>
                <a:buFont typeface="Arial Narrow"/>
                <a:defRPr sz="1800" b="1">
                  <a:solidFill>
                    <a:srgbClr val="7B1142"/>
                  </a:solidFill>
                  <a:uFill>
                    <a:solidFill>
                      <a:srgbClr val="7B1142"/>
                    </a:solidFill>
                  </a:uFill>
                  <a:latin typeface="Arial Narrow"/>
                  <a:ea typeface="Arial Narrow"/>
                  <a:cs typeface="Arial Narrow"/>
                  <a:sym typeface="Arial Narrow"/>
                </a:defRPr>
              </a:lvl1pPr>
            </a:lstStyle>
            <a:p>
              <a:r>
                <a:t>New process image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8" grpId="1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er-process vs per-thread ite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Per-process vs per-thread items</a:t>
            </a:r>
          </a:p>
        </p:txBody>
      </p:sp>
      <p:sp>
        <p:nvSpPr>
          <p:cNvPr id="6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662" name="Per-process items and per-thread items in the control block structures"/>
          <p:cNvSpPr txBox="1"/>
          <p:nvPr/>
        </p:nvSpPr>
        <p:spPr>
          <a:xfrm>
            <a:off x="673100" y="1231900"/>
            <a:ext cx="8242300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800" u="sng">
                <a:latin typeface="Arial Narrow"/>
                <a:ea typeface="Arial Narrow"/>
                <a:cs typeface="Arial Narrow"/>
                <a:sym typeface="Arial Narrow"/>
              </a:rPr>
              <a:t>Per-process items and </a:t>
            </a:r>
            <a:r>
              <a:rPr sz="2800" u="sng">
                <a:solidFill>
                  <a:srgbClr val="FF2600"/>
                </a:solidFill>
                <a:uFill>
                  <a:solidFill>
                    <a:srgbClr val="FF26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per-thread items</a:t>
            </a:r>
            <a:r>
              <a:rPr sz="2800" u="sng">
                <a:latin typeface="Arial Narrow"/>
                <a:ea typeface="Arial Narrow"/>
                <a:cs typeface="Arial Narrow"/>
                <a:sym typeface="Arial Narrow"/>
              </a:rPr>
              <a:t> in the control block structures</a:t>
            </a:r>
          </a:p>
        </p:txBody>
      </p:sp>
      <p:sp>
        <p:nvSpPr>
          <p:cNvPr id="663" name="process identification data…"/>
          <p:cNvSpPr txBox="1"/>
          <p:nvPr/>
        </p:nvSpPr>
        <p:spPr>
          <a:xfrm>
            <a:off x="673100" y="1231900"/>
            <a:ext cx="6337300" cy="501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E6ADC8"/>
                </a:solidFill>
                <a:uFill>
                  <a:solidFill>
                    <a:srgbClr val="E6ADC8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endParaRPr/>
          </a:p>
          <a:p>
            <a:pPr marL="496252" marR="40639" indent="-455612" defTabSz="914400">
              <a:buClr>
                <a:srgbClr val="7B1142"/>
              </a:buClr>
              <a:buSzPct val="7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solidFill>
                  <a:srgbClr val="E6ADC8"/>
                </a:solidFill>
                <a:uFill>
                  <a:solidFill>
                    <a:srgbClr val="E6ADC8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endParaRPr/>
          </a:p>
          <a:p>
            <a:pPr marL="1067752" marR="40639" indent="-457199" defTabSz="914400">
              <a:spcBef>
                <a:spcPts val="600"/>
              </a:spcBef>
              <a:buClr>
                <a:srgbClr val="E6ADC8"/>
              </a:buClr>
              <a:buSzPct val="65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process identification data</a:t>
            </a:r>
          </a:p>
          <a:p>
            <a:pPr marL="1523364" marR="40639" indent="-339725" defTabSz="914400">
              <a:spcBef>
                <a:spcPts val="6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numeric identifiers of the process, the parent process, the user, etc.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E6ADC8"/>
              </a:buClr>
              <a:buSzPct val="65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CPU state information</a:t>
            </a:r>
          </a:p>
          <a:p>
            <a:pPr marL="1523364" marR="40639" indent="-339725" defTabSz="914400">
              <a:spcBef>
                <a:spcPts val="6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user-visible, control &amp; status registers</a:t>
            </a:r>
          </a:p>
          <a:p>
            <a:pPr marL="1523364" marR="40639" indent="-339725" defTabSz="914400">
              <a:spcBef>
                <a:spcPts val="4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stack pointers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E6ADC8"/>
              </a:buClr>
              <a:buSzPct val="65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process control information</a:t>
            </a:r>
          </a:p>
          <a:p>
            <a:pPr marL="1523364" marR="40639" indent="-339725" defTabSz="914400">
              <a:spcBef>
                <a:spcPts val="6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scheduling: state, priority, awaited event</a:t>
            </a:r>
          </a:p>
          <a:p>
            <a:pPr marL="1523364" marR="40639" indent="-339725" defTabSz="914400">
              <a:spcBef>
                <a:spcPts val="4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used memory and I/O, opened files, etc.</a:t>
            </a:r>
          </a:p>
          <a:p>
            <a:pPr marL="1523364" marR="40639" indent="-339725" defTabSz="914400">
              <a:spcBef>
                <a:spcPts val="400"/>
              </a:spcBef>
              <a:buClr>
                <a:srgbClr val="7B1142"/>
              </a:buClr>
              <a:buSzPct val="65000"/>
              <a:buChar char=""/>
              <a:tabLst>
                <a:tab pos="495300" algn="l"/>
                <a:tab pos="1066800" algn="l"/>
                <a:tab pos="1866900" algn="l"/>
              </a:tabLst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pointer to next PCB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0" name="droppedImage.tiff" descr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454400"/>
            <a:ext cx="5435600" cy="2756079"/>
          </a:xfrm>
          <a:prstGeom prst="rect">
            <a:avLst/>
          </a:prstGeom>
          <a:ln w="12700"/>
        </p:spPr>
      </p:pic>
      <p:sp>
        <p:nvSpPr>
          <p:cNvPr id="6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  <p:sp>
        <p:nvSpPr>
          <p:cNvPr id="672" name="Multi-process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Multi-process model</a:t>
            </a:r>
          </a:p>
        </p:txBody>
      </p:sp>
      <p:sp>
        <p:nvSpPr>
          <p:cNvPr id="673" name="Process Spawning:…"/>
          <p:cNvSpPr txBox="1"/>
          <p:nvPr/>
        </p:nvSpPr>
        <p:spPr>
          <a:xfrm>
            <a:off x="541337" y="1387475"/>
            <a:ext cx="6870701" cy="1834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39" marR="40639" defTabSz="914400">
              <a:spcBef>
                <a:spcPts val="1000"/>
              </a:spcBef>
              <a:buClr>
                <a:srgbClr val="FF4C00"/>
              </a:buClr>
              <a:buFont typeface="Arial"/>
              <a:defRPr sz="18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Process Spawning:</a:t>
            </a:r>
          </a:p>
          <a:p>
            <a:pPr marL="40639" marR="40639" defTabSz="914400">
              <a:buClr>
                <a:srgbClr val="727272"/>
              </a:buClr>
              <a:buFont typeface="Arial"/>
              <a:defRPr sz="1000" b="1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40639" marR="40639" defTabSz="914400">
              <a:buClr>
                <a:srgbClr val="727272"/>
              </a:buClr>
              <a:buFont typeface="Arial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Process creation involves the following four main actions: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setting up the process control block,  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allocation of an address space and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loading the program into the allocated address space and 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 b="1">
                <a:uFill>
                  <a:solidFill>
                    <a:srgbClr val="0000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passing on the process control block to the scheduler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  <p:sp>
        <p:nvSpPr>
          <p:cNvPr id="676" name="Multi-thread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Multi-thread model</a:t>
            </a:r>
          </a:p>
        </p:txBody>
      </p:sp>
      <p:sp>
        <p:nvSpPr>
          <p:cNvPr id="677" name="Thread Spawning:…"/>
          <p:cNvSpPr txBox="1"/>
          <p:nvPr/>
        </p:nvSpPr>
        <p:spPr>
          <a:xfrm>
            <a:off x="388937" y="1184275"/>
            <a:ext cx="8255001" cy="2634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39" marR="40639" defTabSz="914400">
              <a:spcBef>
                <a:spcPts val="1000"/>
              </a:spcBef>
              <a:buClr>
                <a:srgbClr val="FF4C00"/>
              </a:buClr>
              <a:buFont typeface="Arial"/>
              <a:defRPr sz="18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Thread Spawning:</a:t>
            </a:r>
          </a:p>
          <a:p>
            <a:pPr marL="40639" marR="40639" defTabSz="914400">
              <a:buClr>
                <a:srgbClr val="727272"/>
              </a:buClr>
              <a:buFont typeface="Arial"/>
              <a:defRPr sz="1000" b="1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 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Threads are created </a:t>
            </a:r>
            <a:r>
              <a:rPr b="1"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within and belonging to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processes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All the threads created within one process share the resources of the process including the address space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Scheduling is performed on a per-thread basis. 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The thread model is a </a:t>
            </a:r>
            <a:r>
              <a:rPr b="1"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finer grain scheduling model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than the process model</a:t>
            </a:r>
          </a:p>
          <a:p>
            <a:pPr marL="40640" marR="40639" defTabSz="914400">
              <a:buClr>
                <a:srgbClr val="727272"/>
              </a:buClr>
              <a:buSzPct val="100000"/>
              <a:buFont typeface="Arial"/>
              <a:buChar char="•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Threads have a similar </a:t>
            </a:r>
            <a:r>
              <a:rPr b="1" i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lifecycle</a:t>
            </a:r>
            <a:r>
              <a:rPr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as the processes and will be managed mainly in the same way as processes are</a:t>
            </a:r>
          </a:p>
        </p:txBody>
      </p:sp>
      <p:pic>
        <p:nvPicPr>
          <p:cNvPr id="678" name="droppedImage.tiff" descr="droppedImage.ti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00" y="3860800"/>
            <a:ext cx="4574964" cy="2717800"/>
          </a:xfrm>
          <a:prstGeom prst="rect">
            <a:avLst/>
          </a:prstGeom>
          <a:ln w="12700"/>
        </p:spPr>
      </p:pic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  <p:sp>
        <p:nvSpPr>
          <p:cNvPr id="681" name="Threads vs Process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Threads vs Processes</a:t>
            </a:r>
          </a:p>
        </p:txBody>
      </p:sp>
      <p:sp>
        <p:nvSpPr>
          <p:cNvPr id="682" name="A common terminology:…"/>
          <p:cNvSpPr txBox="1">
            <a:spLocks noGrp="1"/>
          </p:cNvSpPr>
          <p:nvPr>
            <p:ph type="body" idx="1"/>
          </p:nvPr>
        </p:nvSpPr>
        <p:spPr>
          <a:xfrm>
            <a:off x="457200" y="1219200"/>
            <a:ext cx="8229600" cy="5461000"/>
          </a:xfrm>
          <a:prstGeom prst="rect">
            <a:avLst/>
          </a:prstGeom>
        </p:spPr>
        <p:txBody>
          <a:bodyPr/>
          <a:lstStyle/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A common terminology: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Heavyweight Process = Process</a:t>
            </a:r>
          </a:p>
          <a:p>
            <a:pPr marL="755015" lvl="1" indent="-257175">
              <a:lnSpc>
                <a:spcPct val="80000"/>
              </a:lnSpc>
              <a:defRPr sz="1800" b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Lightweight Process = Thread</a:t>
            </a:r>
          </a:p>
          <a:p>
            <a:pPr>
              <a:lnSpc>
                <a:spcPct val="80000"/>
              </a:lnSpc>
              <a:buClr>
                <a:srgbClr val="727272"/>
              </a:buClr>
              <a:buSzTx/>
              <a:buFont typeface="Trebuchet MS"/>
              <a:buNone/>
              <a:defRPr sz="1800"/>
            </a:pPr>
            <a:endParaRPr dirty="0"/>
          </a:p>
          <a:p>
            <a:pPr>
              <a:lnSpc>
                <a:spcPct val="80000"/>
              </a:lnSpc>
              <a:buClr>
                <a:srgbClr val="FF4C00"/>
              </a:buClr>
              <a:buSzTx/>
              <a:buFont typeface="Trebuchet MS"/>
              <a:buNone/>
              <a:defRPr sz="18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defRPr>
            </a:pPr>
            <a:r>
              <a:rPr dirty="0"/>
              <a:t>Advantages (Thread vs. Process):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Much quicker to create a thread than a process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spawning a new thread only involves allocating a new stack and a new CPU state block</a:t>
            </a:r>
            <a:r>
              <a:rPr sz="1200" dirty="0">
                <a:latin typeface="Helvetica"/>
                <a:ea typeface="Helvetica"/>
                <a:cs typeface="Helvetica"/>
                <a:sym typeface="Helvetica"/>
              </a:rPr>
              <a:t> 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Much quicker to switch between threads than to switch between processes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Threads share data easily</a:t>
            </a:r>
          </a:p>
          <a:p>
            <a:pPr>
              <a:lnSpc>
                <a:spcPct val="80000"/>
              </a:lnSpc>
              <a:buClr>
                <a:srgbClr val="727272"/>
              </a:buClr>
              <a:buSzTx/>
              <a:buFont typeface="Trebuchet MS"/>
              <a:buNone/>
              <a:defRPr sz="1800"/>
            </a:pPr>
            <a:endParaRPr dirty="0"/>
          </a:p>
          <a:p>
            <a:pPr>
              <a:lnSpc>
                <a:spcPct val="80000"/>
              </a:lnSpc>
              <a:buClr>
                <a:srgbClr val="FF4C00"/>
              </a:buClr>
              <a:buSzTx/>
              <a:buFont typeface="Trebuchet MS"/>
              <a:buNone/>
              <a:defRPr sz="1800"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defRPr>
            </a:pPr>
            <a:r>
              <a:rPr dirty="0"/>
              <a:t>Disadvantages (Thread vs. Process):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Processes are more flexible</a:t>
            </a:r>
          </a:p>
          <a:p>
            <a:pPr marL="726440" lvl="1" indent="-228600">
              <a:lnSpc>
                <a:spcPct val="80000"/>
              </a:lnSpc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They don’t have to run on the same processor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No security between threads: One thread can stomp on another thread's data</a:t>
            </a:r>
          </a:p>
          <a:p>
            <a:pPr marL="297815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For threads which are supported by user thread package instead of the kernel:</a:t>
            </a:r>
          </a:p>
          <a:p>
            <a:pPr marL="726440" lvl="1" indent="-228600">
              <a:lnSpc>
                <a:spcPct val="80000"/>
              </a:lnSpc>
              <a:defRPr sz="16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If one thread blocks, all threads in task block.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hread Cre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 Creation</a:t>
            </a:r>
          </a:p>
        </p:txBody>
      </p:sp>
      <p:sp>
        <p:nvSpPr>
          <p:cNvPr id="685" name="pthread_create…"/>
          <p:cNvSpPr txBox="1">
            <a:spLocks noGrp="1"/>
          </p:cNvSpPr>
          <p:nvPr>
            <p:ph type="body" idx="1"/>
          </p:nvPr>
        </p:nvSpPr>
        <p:spPr>
          <a:xfrm>
            <a:off x="419100" y="1638300"/>
            <a:ext cx="8509000" cy="5257800"/>
          </a:xfrm>
          <a:prstGeom prst="rect">
            <a:avLst/>
          </a:prstGeom>
        </p:spPr>
        <p:txBody>
          <a:bodyPr/>
          <a:lstStyle/>
          <a:p>
            <a:pPr marL="297815" indent="-257175">
              <a:defRPr sz="1800"/>
            </a:pPr>
            <a:r>
              <a:rPr b="1" dirty="0" err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pthread_create</a:t>
            </a:r>
            <a:endParaRPr dirty="0">
              <a:solidFill>
                <a:srgbClr val="000000"/>
              </a:solidFill>
              <a:latin typeface="Helvetica"/>
              <a:ea typeface="Helvetica"/>
              <a:cs typeface="Helvetica"/>
              <a:sym typeface="Helvetica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// creates a new thread executing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start_routine</a:t>
            </a: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int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pthread_create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pthread_t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*thread,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                   const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pthread_attr_t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*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attr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,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                   void *(*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start_routine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)(void*), void *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arg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297815" indent="-257175">
              <a:defRPr sz="1800"/>
            </a:pPr>
            <a:r>
              <a:rPr b="1" dirty="0" err="1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rPr>
              <a:t>pthread_join</a:t>
            </a:r>
            <a:endParaRPr dirty="0"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// suspends execution of the calling thread until the target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// thread terminates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>
                <a:latin typeface="Courier"/>
                <a:ea typeface="Courier"/>
                <a:cs typeface="Courier"/>
                <a:sym typeface="Courier"/>
              </a:rPr>
              <a:t>int 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pthread_join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pthread_t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 thread, void **</a:t>
            </a:r>
            <a:r>
              <a:rPr dirty="0" err="1">
                <a:latin typeface="Courier"/>
                <a:ea typeface="Courier"/>
                <a:cs typeface="Courier"/>
                <a:sym typeface="Courier"/>
              </a:rPr>
              <a:t>value_ptr</a:t>
            </a:r>
            <a:r>
              <a:rPr dirty="0">
                <a:latin typeface="Courier"/>
                <a:ea typeface="Courier"/>
                <a:cs typeface="Courier"/>
                <a:sym typeface="Courier"/>
              </a:rPr>
              <a:t>);</a:t>
            </a:r>
          </a:p>
        </p:txBody>
      </p:sp>
      <p:sp>
        <p:nvSpPr>
          <p:cNvPr id="6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Thread Example"/>
          <p:cNvSpPr txBox="1">
            <a:spLocks noGrp="1"/>
          </p:cNvSpPr>
          <p:nvPr>
            <p:ph type="title"/>
          </p:nvPr>
        </p:nvSpPr>
        <p:spPr>
          <a:xfrm>
            <a:off x="457200" y="-263525"/>
            <a:ext cx="8229600" cy="1508125"/>
          </a:xfrm>
          <a:prstGeom prst="rect">
            <a:avLst/>
          </a:prstGeom>
        </p:spPr>
        <p:txBody>
          <a:bodyPr/>
          <a:lstStyle/>
          <a:p>
            <a:r>
              <a:t>Thread Example</a:t>
            </a:r>
          </a:p>
        </p:txBody>
      </p:sp>
      <p:sp>
        <p:nvSpPr>
          <p:cNvPr id="689" name="int main()…"/>
          <p:cNvSpPr txBox="1">
            <a:spLocks noGrp="1"/>
          </p:cNvSpPr>
          <p:nvPr>
            <p:ph type="body" idx="1"/>
          </p:nvPr>
        </p:nvSpPr>
        <p:spPr>
          <a:xfrm>
            <a:off x="165100" y="863600"/>
            <a:ext cx="8801100" cy="342900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/>
          <a:lstStyle/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int main()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{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pthread_t thread1, thread2;  /* thread variables */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pthread_create (&amp;thread1, NULL, (void *) &amp;print_message_function,  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                                                        (void*)”hello “);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pthread_create (&amp;thread2, NULL, (void *) &amp;print_message_function, 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                                                        (void*)”world!\n”);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pthread_join(thread1, NULL);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pthread_join(thread2, NULL);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endParaRPr>
              <a:latin typeface="Courier"/>
              <a:ea typeface="Courier"/>
              <a:cs typeface="Courier"/>
              <a:sym typeface="Courier"/>
            </a:endParaRP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    exit(0);</a:t>
            </a:r>
          </a:p>
          <a:p>
            <a:pPr marL="0" marR="0" indent="0" defTabSz="457200">
              <a:spcBef>
                <a:spcPts val="0"/>
              </a:spcBef>
              <a:buSzTx/>
              <a:buNone/>
              <a:defRPr sz="1400">
                <a:solidFill>
                  <a:srgbClr val="000000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pPr>
            <a:r>
              <a:rPr>
                <a:latin typeface="Courier"/>
                <a:ea typeface="Courier"/>
                <a:cs typeface="Courier"/>
                <a:sym typeface="Courier"/>
              </a:rPr>
              <a:t>} </a:t>
            </a:r>
          </a:p>
        </p:txBody>
      </p:sp>
      <p:sp>
        <p:nvSpPr>
          <p:cNvPr id="6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  <p:sp>
        <p:nvSpPr>
          <p:cNvPr id="691" name="Why use pthread_join?…"/>
          <p:cNvSpPr txBox="1"/>
          <p:nvPr/>
        </p:nvSpPr>
        <p:spPr>
          <a:xfrm>
            <a:off x="165100" y="4597400"/>
            <a:ext cx="7774308" cy="1427622"/>
          </a:xfrm>
          <a:prstGeom prst="rect">
            <a:avLst/>
          </a:prstGeom>
          <a:ln w="12700">
            <a:miter lim="400000"/>
          </a:ln>
          <a:effectLst>
            <a:outerShdw blurRad="63500" dist="101600" dir="2700000" rotWithShape="0">
              <a:srgbClr val="D6A800">
                <a:alpha val="75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defRPr sz="1800"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Why use pthread_join?</a:t>
            </a:r>
          </a:p>
          <a:p>
            <a:pPr marL="40639" marR="40639" defTabSz="914400">
              <a:defRPr sz="1800"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      To force main block to wait for both threads to terminate, before it exits.</a:t>
            </a:r>
          </a:p>
          <a:p>
            <a:pPr marL="40639" marR="40639" defTabSz="914400">
              <a:defRPr sz="1800"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      If main block exits, both threads exit, even if the threads have not</a:t>
            </a:r>
          </a:p>
          <a:p>
            <a:pPr marL="40639" marR="40639" defTabSz="914400">
              <a:defRPr sz="1800"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t>       finished their work.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Exercis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Exercise</a:t>
            </a:r>
          </a:p>
        </p:txBody>
      </p:sp>
      <p:sp>
        <p:nvSpPr>
          <p:cNvPr id="694" name="Consider a process with two concurrent threads T1 and T2. The code being executed by T1 and T2 is as follow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Consider a process with two concurrent threads T1 and T2. The code being executed by T1 and T2 is as follows: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endParaRPr dirty="0">
              <a:solidFill>
                <a:srgbClr val="000000"/>
              </a:solidFill>
            </a:endParaRP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Shared Data: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X:= 5; Y:=10;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u="sng" dirty="0"/>
              <a:t>T1:</a:t>
            </a:r>
            <a:r>
              <a:rPr dirty="0"/>
              <a:t>                                    </a:t>
            </a:r>
            <a:r>
              <a:rPr u="sng" dirty="0"/>
              <a:t>T2: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Y = X+1;                           U = Y-1; 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X = Y;                                Y = U;</a:t>
            </a:r>
          </a:p>
          <a:p>
            <a:pPr marL="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      Write X;                             Write Y;</a:t>
            </a:r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endParaRPr u="sng" dirty="0"/>
          </a:p>
          <a:p>
            <a:pPr marL="457200" marR="457200" indent="0" defTabSz="457200">
              <a:spcBef>
                <a:spcPts val="0"/>
              </a:spcBef>
              <a:buSzTx/>
              <a:buNone/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endParaRPr u="sng" dirty="0"/>
          </a:p>
          <a:p>
            <a:pPr marL="228600" marR="457200" indent="-228600" algn="just" defTabSz="457200">
              <a:spcBef>
                <a:spcPts val="0"/>
              </a:spcBef>
              <a:buSzTx/>
              <a:buNone/>
              <a:tabLst>
                <a:tab pos="228600" algn="l"/>
              </a:tabLst>
              <a:defRPr sz="1800">
                <a:solidFill>
                  <a:srgbClr val="000000"/>
                </a:solidFill>
                <a:uFillTx/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 Assume that each assignment statement on its own is executed as an atomic operation. What are the possible outputs of this process?</a:t>
            </a:r>
          </a:p>
        </p:txBody>
      </p:sp>
      <p:sp>
        <p:nvSpPr>
          <p:cNvPr id="6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Solu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Solution</a:t>
            </a:r>
          </a:p>
        </p:txBody>
      </p:sp>
      <p:sp>
        <p:nvSpPr>
          <p:cNvPr id="698" name="All six statements can be executed in any order. Possible outputs are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All six statements can be executed in any order. Possible outputs are: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         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1) 65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2) 56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3) 55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4) 99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5) 66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6) 69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7) 96</a:t>
            </a: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endParaRPr dirty="0">
              <a:solidFill>
                <a:srgbClr val="000000"/>
              </a:solidFill>
            </a:endParaRPr>
          </a:p>
          <a:p>
            <a:pPr marL="0" indent="0">
              <a:buSzTx/>
              <a:buNone/>
              <a:defRPr sz="1800">
                <a:latin typeface="Arial"/>
                <a:ea typeface="Arial"/>
                <a:cs typeface="Arial"/>
                <a:sym typeface="Arial"/>
              </a:defRPr>
            </a:pPr>
            <a:r>
              <a:rPr dirty="0">
                <a:solidFill>
                  <a:srgbClr val="000000"/>
                </a:solidFill>
              </a:rPr>
              <a:t>     </a:t>
            </a:r>
          </a:p>
        </p:txBody>
      </p:sp>
      <p:sp>
        <p:nvSpPr>
          <p:cNvPr id="6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/>
          </a:p>
        </p:txBody>
      </p:sp>
      <p:pic>
        <p:nvPicPr>
          <p:cNvPr id="2" name="Picture 1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E47D577A-76E1-D71B-4098-93E51AD5E0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423" y="2501899"/>
            <a:ext cx="3039679" cy="303967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hreading 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Threading Examples</a:t>
            </a:r>
          </a:p>
        </p:txBody>
      </p:sp>
      <p:sp>
        <p:nvSpPr>
          <p:cNvPr id="7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sp>
        <p:nvSpPr>
          <p:cNvPr id="703" name="Web server…"/>
          <p:cNvSpPr txBox="1"/>
          <p:nvPr/>
        </p:nvSpPr>
        <p:spPr>
          <a:xfrm>
            <a:off x="457200" y="1143000"/>
            <a:ext cx="8242300" cy="162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Web server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as each new request comes in, a “dispatcher thread” spawns a new “worker thread” to read the requested file (worker threads may be discarded or recycled in a “thread pool”)</a:t>
            </a:r>
          </a:p>
        </p:txBody>
      </p:sp>
      <p:pic>
        <p:nvPicPr>
          <p:cNvPr id="704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2971800"/>
            <a:ext cx="4552950" cy="2990850"/>
          </a:xfrm>
          <a:prstGeom prst="rect">
            <a:avLst/>
          </a:prstGeom>
          <a:ln w="12700">
            <a:miter lim="400000"/>
          </a:ln>
        </p:spPr>
      </p:pic>
      <p:sp>
        <p:nvSpPr>
          <p:cNvPr id="705" name="Tanenbaum, A. S. (2001)…"/>
          <p:cNvSpPr txBox="1"/>
          <p:nvPr/>
        </p:nvSpPr>
        <p:spPr>
          <a:xfrm>
            <a:off x="850900" y="5181600"/>
            <a:ext cx="1711038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Tanenbaum, A. S. (2001)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Modern Operating Systems (2nd Edition). </a:t>
            </a:r>
          </a:p>
        </p:txBody>
      </p:sp>
      <p:sp>
        <p:nvSpPr>
          <p:cNvPr id="706" name="A multithreaded Web server"/>
          <p:cNvSpPr txBox="1"/>
          <p:nvPr/>
        </p:nvSpPr>
        <p:spPr>
          <a:xfrm>
            <a:off x="3267454" y="5957887"/>
            <a:ext cx="263449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A multithreaded Web server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Threading Exampl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Threading Examples</a:t>
            </a:r>
          </a:p>
        </p:txBody>
      </p:sp>
      <p:sp>
        <p:nvSpPr>
          <p:cNvPr id="70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/>
          </a:p>
        </p:txBody>
      </p:sp>
      <p:sp>
        <p:nvSpPr>
          <p:cNvPr id="710" name="Word processor…"/>
          <p:cNvSpPr txBox="1"/>
          <p:nvPr/>
        </p:nvSpPr>
        <p:spPr>
          <a:xfrm>
            <a:off x="457200" y="1143000"/>
            <a:ext cx="8242300" cy="162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Word processor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one thread listens continuously to keyboard and mouse events to refresh the GUI; a second thread reformats the document (to prepare page 600); a third thread writes to disk periodically </a:t>
            </a:r>
          </a:p>
        </p:txBody>
      </p:sp>
      <p:pic>
        <p:nvPicPr>
          <p:cNvPr id="711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971800"/>
            <a:ext cx="5943600" cy="2911475"/>
          </a:xfrm>
          <a:prstGeom prst="rect">
            <a:avLst/>
          </a:prstGeom>
          <a:ln w="12700">
            <a:miter lim="400000"/>
          </a:ln>
        </p:spPr>
      </p:pic>
      <p:sp>
        <p:nvSpPr>
          <p:cNvPr id="712" name="Tanenbaum, A. S. (2001)…"/>
          <p:cNvSpPr txBox="1"/>
          <p:nvPr/>
        </p:nvSpPr>
        <p:spPr>
          <a:xfrm>
            <a:off x="7315200" y="5715000"/>
            <a:ext cx="1711038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Tanenbaum, A. S. (2001)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Modern Operating Systems (2nd Edition). </a:t>
            </a:r>
          </a:p>
        </p:txBody>
      </p:sp>
      <p:sp>
        <p:nvSpPr>
          <p:cNvPr id="713" name="A word processor with three threads"/>
          <p:cNvSpPr txBox="1"/>
          <p:nvPr/>
        </p:nvSpPr>
        <p:spPr>
          <a:xfrm>
            <a:off x="2880408" y="5957887"/>
            <a:ext cx="3408584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A word processor with three threads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Thread Imple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 Implementation</a:t>
            </a:r>
          </a:p>
        </p:txBody>
      </p:sp>
      <p:sp>
        <p:nvSpPr>
          <p:cNvPr id="7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/>
          </a:p>
        </p:txBody>
      </p:sp>
      <p:sp>
        <p:nvSpPr>
          <p:cNvPr id="717" name="Two broad categories of thread implementation…"/>
          <p:cNvSpPr txBox="1"/>
          <p:nvPr/>
        </p:nvSpPr>
        <p:spPr>
          <a:xfrm>
            <a:off x="457200" y="1295400"/>
            <a:ext cx="8242300" cy="1371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Two broad categories of thread implementation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User-Level Threads (ULTs)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Kernel-Level Threads (KLTs)</a:t>
            </a:r>
          </a:p>
        </p:txBody>
      </p:sp>
      <p:pic>
        <p:nvPicPr>
          <p:cNvPr id="718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48000"/>
            <a:ext cx="8382000" cy="2857500"/>
          </a:xfrm>
          <a:prstGeom prst="rect">
            <a:avLst/>
          </a:prstGeom>
          <a:ln w="12700">
            <a:miter lim="400000"/>
          </a:ln>
        </p:spPr>
      </p:pic>
      <p:sp>
        <p:nvSpPr>
          <p:cNvPr id="719" name="Pure user-level (ULT), pure kernel-level (KLT) and combined-level (ULT/KLT) threads"/>
          <p:cNvSpPr txBox="1"/>
          <p:nvPr/>
        </p:nvSpPr>
        <p:spPr>
          <a:xfrm>
            <a:off x="793081" y="5867400"/>
            <a:ext cx="7610226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Pure user-level (ULT), pure kernel-level (KLT) and combined-level (ULT/KLT) threads</a:t>
            </a:r>
          </a:p>
        </p:txBody>
      </p:sp>
      <p:sp>
        <p:nvSpPr>
          <p:cNvPr id="720" name="Stallings, W. (2004) Operating Systems:…"/>
          <p:cNvSpPr txBox="1"/>
          <p:nvPr/>
        </p:nvSpPr>
        <p:spPr>
          <a:xfrm>
            <a:off x="814387" y="5530850"/>
            <a:ext cx="1822213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2400">
                <a:solidFill>
                  <a:srgbClr val="7B1142"/>
                </a:solidFill>
                <a:uFill>
                  <a:solidFill>
                    <a:srgbClr val="7B1142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Stallings, W. (2004) </a:t>
            </a:r>
            <a:r>
              <a: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rPr>
              <a:t>Operating Systems: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Internals and Design Principles (5th Edition). 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Thread Imple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 Implementation</a:t>
            </a:r>
          </a:p>
        </p:txBody>
      </p:sp>
      <p:sp>
        <p:nvSpPr>
          <p:cNvPr id="7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/>
          </a:p>
        </p:txBody>
      </p:sp>
      <p:sp>
        <p:nvSpPr>
          <p:cNvPr id="724" name="A user-level thread package"/>
          <p:cNvSpPr txBox="1"/>
          <p:nvPr/>
        </p:nvSpPr>
        <p:spPr>
          <a:xfrm>
            <a:off x="5742056" y="6008687"/>
            <a:ext cx="263828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A user-level thread package</a:t>
            </a:r>
          </a:p>
        </p:txBody>
      </p:sp>
      <p:sp>
        <p:nvSpPr>
          <p:cNvPr id="725" name="User-Level Threads (ULTs)…"/>
          <p:cNvSpPr txBox="1"/>
          <p:nvPr/>
        </p:nvSpPr>
        <p:spPr>
          <a:xfrm>
            <a:off x="444500" y="1270000"/>
            <a:ext cx="8242300" cy="1714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User-Level Threads (ULTs)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the kernel is not aware of the existence of threads, it knows only processes with one thread of execution (one PC)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each user process manages its own private thread table</a:t>
            </a:r>
          </a:p>
        </p:txBody>
      </p:sp>
      <p:pic>
        <p:nvPicPr>
          <p:cNvPr id="726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00" y="3098800"/>
            <a:ext cx="3257550" cy="2990850"/>
          </a:xfrm>
          <a:prstGeom prst="rect">
            <a:avLst/>
          </a:prstGeom>
          <a:ln w="12700">
            <a:miter lim="400000"/>
          </a:ln>
        </p:spPr>
      </p:pic>
      <p:sp>
        <p:nvSpPr>
          <p:cNvPr id="727" name="Tanenbaum, A. S. (2001)…"/>
          <p:cNvSpPr txBox="1"/>
          <p:nvPr/>
        </p:nvSpPr>
        <p:spPr>
          <a:xfrm>
            <a:off x="3810000" y="6070600"/>
            <a:ext cx="1711038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Tanenbaum, A. S. (2001)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Modern Operating Systems (2nd Edition). </a:t>
            </a:r>
          </a:p>
        </p:txBody>
      </p:sp>
      <p:sp>
        <p:nvSpPr>
          <p:cNvPr id="728" name="light thread switching: does not need kernel mode privileges…"/>
          <p:cNvSpPr txBox="1"/>
          <p:nvPr/>
        </p:nvSpPr>
        <p:spPr>
          <a:xfrm>
            <a:off x="444500" y="3098800"/>
            <a:ext cx="4737100" cy="267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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>
                <a:latin typeface="Arial Narrow"/>
                <a:ea typeface="Arial Narrow"/>
                <a:cs typeface="Arial Narrow"/>
                <a:sym typeface="Arial Narrow"/>
              </a:rPr>
              <a:t>light thread switching:</a:t>
            </a:r>
            <a:r>
              <a:rPr dirty="0">
                <a:latin typeface="Arial Narrow"/>
                <a:ea typeface="Arial Narrow"/>
                <a:cs typeface="Arial Narrow"/>
                <a:sym typeface="Arial Narrow"/>
              </a:rPr>
              <a:t> does not need kernel mode privileges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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>
                <a:latin typeface="Arial Narrow"/>
                <a:ea typeface="Arial Narrow"/>
                <a:cs typeface="Arial Narrow"/>
                <a:sym typeface="Arial Narrow"/>
              </a:rPr>
              <a:t>cross-platform:</a:t>
            </a:r>
            <a:r>
              <a:rPr dirty="0">
                <a:latin typeface="Arial Narrow"/>
                <a:ea typeface="Arial Narrow"/>
                <a:cs typeface="Arial Narrow"/>
                <a:sym typeface="Arial Narrow"/>
              </a:rPr>
              <a:t> ULTs can run on any underlying O/S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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 dirty="0">
                <a:latin typeface="Arial Narrow"/>
                <a:ea typeface="Arial Narrow"/>
                <a:cs typeface="Arial Narrow"/>
                <a:sym typeface="Arial Narrow"/>
              </a:rPr>
              <a:t>if a thread blocks, the entire process is blocked</a:t>
            </a:r>
            <a:r>
              <a:rPr dirty="0">
                <a:latin typeface="Arial Narrow"/>
                <a:ea typeface="Arial Narrow"/>
                <a:cs typeface="Arial Narrow"/>
                <a:sym typeface="Arial Narrow"/>
              </a:rPr>
              <a:t>, including all other threads in it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Thread Implement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Thread Implementation</a:t>
            </a:r>
          </a:p>
        </p:txBody>
      </p:sp>
      <p:sp>
        <p:nvSpPr>
          <p:cNvPr id="7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31</a:t>
            </a:fld>
            <a:endParaRPr/>
          </a:p>
        </p:txBody>
      </p:sp>
      <p:sp>
        <p:nvSpPr>
          <p:cNvPr id="732" name="A kernel-level thread package"/>
          <p:cNvSpPr txBox="1"/>
          <p:nvPr/>
        </p:nvSpPr>
        <p:spPr>
          <a:xfrm>
            <a:off x="5742447" y="5881687"/>
            <a:ext cx="2794668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40639" marR="40639" algn="ctr" defTabSz="914400">
              <a:buClr>
                <a:srgbClr val="C51B05"/>
              </a:buClr>
              <a:buFont typeface="Arial Narrow"/>
              <a:defRPr sz="1800" b="1">
                <a:solidFill>
                  <a:srgbClr val="C51B05"/>
                </a:solidFill>
                <a:uFill>
                  <a:solidFill>
                    <a:srgbClr val="C51B05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lvl1pPr>
          </a:lstStyle>
          <a:p>
            <a:r>
              <a:t>A kernel-level thread package</a:t>
            </a:r>
          </a:p>
        </p:txBody>
      </p:sp>
      <p:sp>
        <p:nvSpPr>
          <p:cNvPr id="733" name="Kernel-Level Threads…"/>
          <p:cNvSpPr txBox="1"/>
          <p:nvPr/>
        </p:nvSpPr>
        <p:spPr>
          <a:xfrm>
            <a:off x="457200" y="1143000"/>
            <a:ext cx="8242300" cy="1282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96252" marR="40639" indent="-455612" defTabSz="914400">
              <a:spcBef>
                <a:spcPts val="1600"/>
              </a:spcBef>
              <a:buClr>
                <a:srgbClr val="7B1142"/>
              </a:buClr>
              <a:buSzPct val="100000"/>
              <a:buChar char=""/>
              <a:tabLst>
                <a:tab pos="495300" algn="l"/>
                <a:tab pos="1066800" algn="l"/>
                <a:tab pos="1866900" algn="l"/>
              </a:tabLst>
              <a:defRPr sz="2800" u="sng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Kernel-Level Threads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100000"/>
              <a:buChar char="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the kernel knows about and manages the threads: creating and destroying threads are system calls</a:t>
            </a:r>
          </a:p>
        </p:txBody>
      </p:sp>
      <p:pic>
        <p:nvPicPr>
          <p:cNvPr id="734" name="image.png" descr="image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971800"/>
            <a:ext cx="2547938" cy="2971801"/>
          </a:xfrm>
          <a:prstGeom prst="rect">
            <a:avLst/>
          </a:prstGeom>
          <a:ln w="12700">
            <a:miter lim="400000"/>
          </a:ln>
        </p:spPr>
      </p:pic>
      <p:sp>
        <p:nvSpPr>
          <p:cNvPr id="735" name="fine-grain scheduling, done on a thread basis…"/>
          <p:cNvSpPr txBox="1"/>
          <p:nvPr/>
        </p:nvSpPr>
        <p:spPr>
          <a:xfrm>
            <a:off x="457200" y="2971800"/>
            <a:ext cx="4660900" cy="2679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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fine-grain scheduling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, done on a thread basis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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if a thread blocks, another one can be scheduled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without blocking the whole process</a:t>
            </a:r>
          </a:p>
          <a:p>
            <a:pPr marL="1067752" marR="40639" indent="-457199" defTabSz="914400">
              <a:spcBef>
                <a:spcPts val="600"/>
              </a:spcBef>
              <a:buClr>
                <a:srgbClr val="7B1142"/>
              </a:buClr>
              <a:buSzPct val="65000"/>
              <a:buChar char=""/>
              <a:tabLst>
                <a:tab pos="495300" algn="l"/>
                <a:tab pos="1066800" algn="l"/>
                <a:tab pos="1866900" algn="l"/>
              </a:tabLst>
              <a:defRPr sz="2400">
                <a:uFill>
                  <a:solidFill>
                    <a:srgbClr val="000000"/>
                  </a:solidFill>
                </a:u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u="sng">
                <a:latin typeface="Arial Narrow"/>
                <a:ea typeface="Arial Narrow"/>
                <a:cs typeface="Arial Narrow"/>
                <a:sym typeface="Arial Narrow"/>
              </a:rPr>
              <a:t>heavy thread switching</a:t>
            </a:r>
            <a:r>
              <a:rPr>
                <a:latin typeface="Arial Narrow"/>
                <a:ea typeface="Arial Narrow"/>
                <a:cs typeface="Arial Narrow"/>
                <a:sym typeface="Arial Narrow"/>
              </a:rPr>
              <a:t> involving mode switch</a:t>
            </a:r>
          </a:p>
        </p:txBody>
      </p:sp>
      <p:sp>
        <p:nvSpPr>
          <p:cNvPr id="736" name="Tanenbaum, A. S. (2001)…"/>
          <p:cNvSpPr txBox="1"/>
          <p:nvPr/>
        </p:nvSpPr>
        <p:spPr>
          <a:xfrm>
            <a:off x="3822700" y="5943600"/>
            <a:ext cx="1711038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39" marR="40639" defTabSz="914400">
              <a:buClr>
                <a:srgbClr val="A7A7A7"/>
              </a:buClr>
              <a:buFont typeface="Arial Narrow"/>
              <a:defRPr sz="800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Tanenbaum, A. S. (2001)</a:t>
            </a:r>
          </a:p>
          <a:p>
            <a:pPr marL="40639" marR="40639" defTabSz="914400">
              <a:buClr>
                <a:srgbClr val="A7A7A7"/>
              </a:buClr>
              <a:buFont typeface="Arial Narrow"/>
              <a:defRPr sz="800" i="1">
                <a:solidFill>
                  <a:srgbClr val="A7A7A7"/>
                </a:solidFill>
                <a:uFill>
                  <a:solidFill>
                    <a:srgbClr val="A7A7A7"/>
                  </a:solidFill>
                </a:uFill>
                <a:latin typeface="Arial Narrow"/>
                <a:ea typeface="Arial Narrow"/>
                <a:cs typeface="Arial Narrow"/>
                <a:sym typeface="Arial Narrow"/>
              </a:defRPr>
            </a:pPr>
            <a:r>
              <a:t>Modern Operating Systems (2nd Edition). 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32</a:t>
            </a:fld>
            <a:endParaRPr/>
          </a:p>
        </p:txBody>
      </p:sp>
      <p:sp>
        <p:nvSpPr>
          <p:cNvPr id="739" name="Different Multi-threading Model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Different Multi-threading Models</a:t>
            </a:r>
          </a:p>
        </p:txBody>
      </p:sp>
      <p:sp>
        <p:nvSpPr>
          <p:cNvPr id="740" name="Many-to-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Many-to-One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One-to-One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Many-to-Many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Hybrid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33</a:t>
            </a:fld>
            <a:endParaRPr/>
          </a:p>
        </p:txBody>
      </p:sp>
      <p:sp>
        <p:nvSpPr>
          <p:cNvPr id="743" name="Many-to-On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Many-to-One Model</a:t>
            </a:r>
          </a:p>
        </p:txBody>
      </p:sp>
      <p:sp>
        <p:nvSpPr>
          <p:cNvPr id="744" name="Several user-level threads mapped to single kernel thread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3683000" cy="5257800"/>
          </a:xfrm>
          <a:prstGeom prst="rect">
            <a:avLst/>
          </a:prstGeom>
        </p:spPr>
        <p:txBody>
          <a:bodyPr/>
          <a:lstStyle/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Several user-level threads mapped to single kernel thread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Thread management in user space </a:t>
            </a:r>
            <a:r>
              <a:rPr sz="2000" dirty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sz="2000" dirty="0"/>
              <a:t> efficient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If a </a:t>
            </a:r>
            <a:r>
              <a:rPr sz="2000" dirty="0">
                <a:solidFill>
                  <a:srgbClr val="FF0000"/>
                </a:solidFill>
              </a:rPr>
              <a:t>thread blocks, entire process blocks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 dirty="0"/>
              <a:t>One thread can access the kernel at a time </a:t>
            </a:r>
            <a:r>
              <a:rPr sz="2000" dirty="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sz="2000" dirty="0"/>
              <a:t> limits parallelism</a:t>
            </a:r>
          </a:p>
          <a:p>
            <a:pPr marL="326390" indent="-285750"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Examples:</a:t>
            </a:r>
          </a:p>
          <a:p>
            <a:pPr marL="755015" lvl="1" indent="-257175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Solaris Green Threads</a:t>
            </a:r>
          </a:p>
          <a:p>
            <a:pPr marL="755015" lvl="1" indent="-257175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GNU Portable Threads</a:t>
            </a:r>
          </a:p>
        </p:txBody>
      </p:sp>
      <p:pic>
        <p:nvPicPr>
          <p:cNvPr id="745" name="image.png" descr="image.png"/>
          <p:cNvPicPr>
            <a:picLocks/>
          </p:cNvPicPr>
          <p:nvPr/>
        </p:nvPicPr>
        <p:blipFill>
          <a:blip r:embed="rId2"/>
          <a:srcRect l="12681" t="1206" r="12681" b="1208"/>
          <a:stretch>
            <a:fillRect/>
          </a:stretch>
        </p:blipFill>
        <p:spPr>
          <a:xfrm>
            <a:off x="4195762" y="1565275"/>
            <a:ext cx="4475163" cy="4387850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  <p:sp>
        <p:nvSpPr>
          <p:cNvPr id="748" name="One-to-One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One-to-One Model</a:t>
            </a:r>
          </a:p>
        </p:txBody>
      </p:sp>
      <p:sp>
        <p:nvSpPr>
          <p:cNvPr id="749" name="Each user-level thread maps to a kernel thread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97815" indent="-257175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/>
              <a:t>Each user-level thread maps to a kernel thread</a:t>
            </a:r>
          </a:p>
          <a:p>
            <a:pPr marL="297815" indent="-257175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/>
              <a:t>A blocking thread does not block other threads</a:t>
            </a:r>
          </a:p>
          <a:p>
            <a:pPr marL="297815" indent="-257175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1800"/>
              <a:t>Multiple threads can access kernel concurrently </a:t>
            </a:r>
            <a:r>
              <a:rPr sz="1800"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rPr sz="1800"/>
              <a:t> increased parallelism</a:t>
            </a:r>
          </a:p>
          <a:p>
            <a:pPr marL="297815" indent="-257175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Drawback: Creating a user level thread requires creating a kernel level thread </a:t>
            </a:r>
            <a:r>
              <a:rPr>
                <a:latin typeface="Wingdings"/>
                <a:ea typeface="Wingdings"/>
                <a:cs typeface="Wingdings"/>
                <a:sym typeface="Wingdings"/>
              </a:rPr>
              <a:t></a:t>
            </a:r>
            <a:r>
              <a:t> increased overhead and limited number of threads</a:t>
            </a:r>
          </a:p>
          <a:p>
            <a:pPr marL="297815" indent="-257175"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Examples: Windows, Linux, mac OS, iOS, FreeBSD</a:t>
            </a:r>
          </a:p>
        </p:txBody>
      </p:sp>
      <p:pic>
        <p:nvPicPr>
          <p:cNvPr id="750" name="image.png" descr="image.png"/>
          <p:cNvPicPr>
            <a:picLocks/>
          </p:cNvPicPr>
          <p:nvPr/>
        </p:nvPicPr>
        <p:blipFill>
          <a:blip r:embed="rId2"/>
          <a:srcRect l="360" t="25419" r="540" b="25180"/>
          <a:stretch>
            <a:fillRect/>
          </a:stretch>
        </p:blipFill>
        <p:spPr>
          <a:xfrm>
            <a:off x="1144587" y="3848100"/>
            <a:ext cx="6577013" cy="2459038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35</a:t>
            </a:fld>
            <a:endParaRPr/>
          </a:p>
        </p:txBody>
      </p:sp>
      <p:sp>
        <p:nvSpPr>
          <p:cNvPr id="753" name="Many-to-Many Model"/>
          <p:cNvSpPr txBox="1">
            <a:spLocks noGrp="1"/>
          </p:cNvSpPr>
          <p:nvPr>
            <p:ph type="title"/>
          </p:nvPr>
        </p:nvSpPr>
        <p:spPr>
          <a:xfrm>
            <a:off x="457200" y="104774"/>
            <a:ext cx="8229600" cy="1482726"/>
          </a:xfrm>
          <a:prstGeom prst="rect">
            <a:avLst/>
          </a:prstGeom>
        </p:spPr>
        <p:txBody>
          <a:bodyPr/>
          <a:lstStyle/>
          <a:p>
            <a:r>
              <a:t>Many-to-Many Model</a:t>
            </a:r>
          </a:p>
        </p:txBody>
      </p:sp>
      <p:sp>
        <p:nvSpPr>
          <p:cNvPr id="754" name="Allows many user level threads to be mapped to a smaller number of kernel threads…"/>
          <p:cNvSpPr txBox="1">
            <a:spLocks noGrp="1"/>
          </p:cNvSpPr>
          <p:nvPr>
            <p:ph type="body" sz="half" idx="1"/>
          </p:nvPr>
        </p:nvSpPr>
        <p:spPr>
          <a:xfrm>
            <a:off x="0" y="1587500"/>
            <a:ext cx="4398963" cy="5270500"/>
          </a:xfrm>
          <a:prstGeom prst="rect">
            <a:avLst/>
          </a:prstGeom>
        </p:spPr>
        <p:txBody>
          <a:bodyPr/>
          <a:lstStyle/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Allows many user level threads to be mapped to a smaller number of kernel threads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Allows the  operating system to create a sufficient number of kernel threads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Increased parallelism as well as efficiency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Solaris prior to version 9</a:t>
            </a:r>
          </a:p>
          <a:p>
            <a:pPr marL="326390" indent="-285750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sz="2000"/>
              <a:t>Windows NT/2000 with the </a:t>
            </a:r>
            <a:r>
              <a:rPr sz="2000" i="1"/>
              <a:t>ThreadFiber</a:t>
            </a:r>
            <a:r>
              <a:rPr sz="2000"/>
              <a:t> package</a:t>
            </a:r>
          </a:p>
        </p:txBody>
      </p:sp>
      <p:pic>
        <p:nvPicPr>
          <p:cNvPr id="755" name="image.png" descr="image.png"/>
          <p:cNvPicPr>
            <a:picLocks/>
          </p:cNvPicPr>
          <p:nvPr/>
        </p:nvPicPr>
        <p:blipFill>
          <a:blip r:embed="rId2"/>
          <a:srcRect l="6703" t="837" r="6912" b="837"/>
          <a:stretch>
            <a:fillRect/>
          </a:stretch>
        </p:blipFill>
        <p:spPr>
          <a:xfrm>
            <a:off x="4560887" y="1609725"/>
            <a:ext cx="4400551" cy="4024313"/>
          </a:xfrm>
          <a:prstGeom prst="rect">
            <a:avLst/>
          </a:prstGeom>
          <a:ln w="38100">
            <a:solidFill>
              <a:srgbClr val="D77A00"/>
            </a:solidFill>
            <a:miter lim="400000"/>
          </a:ln>
        </p:spPr>
      </p:pic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36</a:t>
            </a:fld>
            <a:endParaRPr/>
          </a:p>
        </p:txBody>
      </p:sp>
      <p:sp>
        <p:nvSpPr>
          <p:cNvPr id="763" name="Threading Issues"/>
          <p:cNvSpPr txBox="1">
            <a:spLocks noGrp="1"/>
          </p:cNvSpPr>
          <p:nvPr>
            <p:ph type="title"/>
          </p:nvPr>
        </p:nvSpPr>
        <p:spPr>
          <a:xfrm>
            <a:off x="457200" y="206375"/>
            <a:ext cx="8229600" cy="1279525"/>
          </a:xfrm>
          <a:prstGeom prst="rect">
            <a:avLst/>
          </a:prstGeom>
        </p:spPr>
        <p:txBody>
          <a:bodyPr/>
          <a:lstStyle/>
          <a:p>
            <a:r>
              <a:t>Threading Issues</a:t>
            </a:r>
          </a:p>
        </p:txBody>
      </p:sp>
      <p:sp>
        <p:nvSpPr>
          <p:cNvPr id="764" name="Thread pools…"/>
          <p:cNvSpPr txBox="1">
            <a:spLocks noGrp="1"/>
          </p:cNvSpPr>
          <p:nvPr>
            <p:ph type="body" idx="1"/>
          </p:nvPr>
        </p:nvSpPr>
        <p:spPr>
          <a:xfrm>
            <a:off x="1068387" y="1485900"/>
            <a:ext cx="7351713" cy="5372100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Thread pools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Thread specific data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Semantics of </a:t>
            </a:r>
            <a:r>
              <a:rPr b="1" dirty="0"/>
              <a:t>fork()</a:t>
            </a:r>
            <a:r>
              <a:rPr dirty="0"/>
              <a:t> and </a:t>
            </a:r>
            <a:r>
              <a:rPr b="1" dirty="0"/>
              <a:t>exec()</a:t>
            </a:r>
            <a:r>
              <a:rPr dirty="0"/>
              <a:t> system calls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Thread cancellation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37</a:t>
            </a:fld>
            <a:endParaRPr/>
          </a:p>
        </p:txBody>
      </p:sp>
      <p:sp>
        <p:nvSpPr>
          <p:cNvPr id="767" name="Thread Pools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Thread Pools</a:t>
            </a:r>
          </a:p>
        </p:txBody>
      </p:sp>
      <p:sp>
        <p:nvSpPr>
          <p:cNvPr id="768" name="Threads come with some overhead as well…"/>
          <p:cNvSpPr txBox="1">
            <a:spLocks noGrp="1"/>
          </p:cNvSpPr>
          <p:nvPr>
            <p:ph type="body" idx="1"/>
          </p:nvPr>
        </p:nvSpPr>
        <p:spPr>
          <a:xfrm>
            <a:off x="442912" y="1260475"/>
            <a:ext cx="7631113" cy="4473575"/>
          </a:xfrm>
          <a:prstGeom prst="rect">
            <a:avLst/>
          </a:prstGeom>
        </p:spPr>
        <p:txBody>
          <a:bodyPr/>
          <a:lstStyle/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Threads come with some overhead as well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Unlimited threads can exhaust system resources, such as CPU or memory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Create a number of threads at process startup) and put them in a pool, where they await work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When a server receives a request, it awakens a thread from this pool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Advantages: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Usually faster to service a request with an existing thread than create a new thread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Allows the number of threads in the application(s) to be bound to the size of the pool</a:t>
            </a:r>
          </a:p>
          <a:p>
            <a:pPr marL="326390" indent="-285750">
              <a:lnSpc>
                <a:spcPct val="80000"/>
              </a:lnSpc>
              <a:defRPr sz="2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Number of threads in the pool can be setup according to:</a:t>
            </a:r>
          </a:p>
          <a:p>
            <a:pPr marL="755015" lvl="1" indent="-257175">
              <a:lnSpc>
                <a:spcPct val="80000"/>
              </a:lnSpc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Number of CPUs, memory, expected number of concurrent requests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38</a:t>
            </a:fld>
            <a:endParaRPr/>
          </a:p>
        </p:txBody>
      </p:sp>
      <p:sp>
        <p:nvSpPr>
          <p:cNvPr id="771" name="Semantics of fork() and exec(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Semantics of fork() and exec()</a:t>
            </a:r>
          </a:p>
        </p:txBody>
      </p:sp>
      <p:sp>
        <p:nvSpPr>
          <p:cNvPr id="772" name="Semantics of fork() and exec() system calls change in a multithreaded progra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Semantics of </a:t>
            </a:r>
            <a:r>
              <a:rPr b="1"/>
              <a:t>fork()</a:t>
            </a:r>
            <a:r>
              <a:t> and </a:t>
            </a:r>
            <a:r>
              <a:rPr b="1"/>
              <a:t>exec()</a:t>
            </a:r>
            <a:r>
              <a:t> system calls change in a multithreaded program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Eg. if one thread in a multithreaded program calls fork()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Should the new process duplicate all threads?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Or should it be single-threaded?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Some UNIX systems implement two versions of fork()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/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If a thread executes exec() system call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Entire process will be replaced, including all threads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39</a:t>
            </a:fld>
            <a:endParaRPr/>
          </a:p>
        </p:txBody>
      </p:sp>
      <p:sp>
        <p:nvSpPr>
          <p:cNvPr id="782" name="Summary"/>
          <p:cNvSpPr txBox="1">
            <a:spLocks noGrp="1"/>
          </p:cNvSpPr>
          <p:nvPr>
            <p:ph type="title"/>
          </p:nvPr>
        </p:nvSpPr>
        <p:spPr>
          <a:xfrm>
            <a:off x="457200" y="79374"/>
            <a:ext cx="8229600" cy="1508126"/>
          </a:xfrm>
          <a:prstGeom prst="rect">
            <a:avLst/>
          </a:prstGeom>
        </p:spPr>
        <p:txBody>
          <a:bodyPr/>
          <a:lstStyle/>
          <a:p>
            <a:r>
              <a:rPr dirty="0"/>
              <a:t>Summary</a:t>
            </a:r>
          </a:p>
        </p:txBody>
      </p:sp>
      <p:grpSp>
        <p:nvGrpSpPr>
          <p:cNvPr id="795" name="Group"/>
          <p:cNvGrpSpPr/>
          <p:nvPr/>
        </p:nvGrpSpPr>
        <p:grpSpPr>
          <a:xfrm flipH="1">
            <a:off x="7105650" y="2743200"/>
            <a:ext cx="1500188" cy="1670050"/>
            <a:chOff x="0" y="0"/>
            <a:chExt cx="1500187" cy="1670050"/>
          </a:xfrm>
        </p:grpSpPr>
        <p:sp>
          <p:nvSpPr>
            <p:cNvPr id="783" name="Shape"/>
            <p:cNvSpPr/>
            <p:nvPr/>
          </p:nvSpPr>
          <p:spPr>
            <a:xfrm>
              <a:off x="20637" y="1068387"/>
              <a:ext cx="431801" cy="6016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746" y="8879"/>
                  </a:moveTo>
                  <a:lnTo>
                    <a:pt x="12825" y="8822"/>
                  </a:lnTo>
                  <a:lnTo>
                    <a:pt x="12984" y="8765"/>
                  </a:lnTo>
                  <a:lnTo>
                    <a:pt x="13301" y="8651"/>
                  </a:lnTo>
                  <a:lnTo>
                    <a:pt x="13619" y="8481"/>
                  </a:lnTo>
                  <a:lnTo>
                    <a:pt x="14096" y="8253"/>
                  </a:lnTo>
                  <a:lnTo>
                    <a:pt x="14612" y="8025"/>
                  </a:lnTo>
                  <a:lnTo>
                    <a:pt x="15168" y="7741"/>
                  </a:lnTo>
                  <a:lnTo>
                    <a:pt x="15724" y="7456"/>
                  </a:lnTo>
                  <a:lnTo>
                    <a:pt x="16359" y="7086"/>
                  </a:lnTo>
                  <a:lnTo>
                    <a:pt x="16954" y="6716"/>
                  </a:lnTo>
                  <a:lnTo>
                    <a:pt x="17590" y="6318"/>
                  </a:lnTo>
                  <a:lnTo>
                    <a:pt x="18146" y="5891"/>
                  </a:lnTo>
                  <a:lnTo>
                    <a:pt x="18701" y="5492"/>
                  </a:lnTo>
                  <a:lnTo>
                    <a:pt x="19218" y="5037"/>
                  </a:lnTo>
                  <a:lnTo>
                    <a:pt x="19615" y="4553"/>
                  </a:lnTo>
                  <a:lnTo>
                    <a:pt x="19972" y="4070"/>
                  </a:lnTo>
                  <a:lnTo>
                    <a:pt x="20488" y="3159"/>
                  </a:lnTo>
                  <a:lnTo>
                    <a:pt x="20965" y="2362"/>
                  </a:lnTo>
                  <a:lnTo>
                    <a:pt x="21322" y="1708"/>
                  </a:lnTo>
                  <a:lnTo>
                    <a:pt x="21560" y="1138"/>
                  </a:lnTo>
                  <a:lnTo>
                    <a:pt x="21600" y="683"/>
                  </a:lnTo>
                  <a:lnTo>
                    <a:pt x="21560" y="342"/>
                  </a:lnTo>
                  <a:lnTo>
                    <a:pt x="21362" y="142"/>
                  </a:lnTo>
                  <a:lnTo>
                    <a:pt x="20965" y="0"/>
                  </a:lnTo>
                  <a:lnTo>
                    <a:pt x="20488" y="0"/>
                  </a:lnTo>
                  <a:lnTo>
                    <a:pt x="20012" y="114"/>
                  </a:lnTo>
                  <a:lnTo>
                    <a:pt x="19456" y="313"/>
                  </a:lnTo>
                  <a:lnTo>
                    <a:pt x="18860" y="626"/>
                  </a:lnTo>
                  <a:lnTo>
                    <a:pt x="18146" y="1053"/>
                  </a:lnTo>
                  <a:lnTo>
                    <a:pt x="17391" y="1565"/>
                  </a:lnTo>
                  <a:lnTo>
                    <a:pt x="16438" y="2163"/>
                  </a:lnTo>
                  <a:lnTo>
                    <a:pt x="15446" y="2846"/>
                  </a:lnTo>
                  <a:lnTo>
                    <a:pt x="14890" y="3244"/>
                  </a:lnTo>
                  <a:lnTo>
                    <a:pt x="14334" y="3643"/>
                  </a:lnTo>
                  <a:lnTo>
                    <a:pt x="13818" y="4041"/>
                  </a:lnTo>
                  <a:lnTo>
                    <a:pt x="13262" y="4411"/>
                  </a:lnTo>
                  <a:lnTo>
                    <a:pt x="12706" y="4809"/>
                  </a:lnTo>
                  <a:lnTo>
                    <a:pt x="12110" y="5208"/>
                  </a:lnTo>
                  <a:lnTo>
                    <a:pt x="11515" y="5606"/>
                  </a:lnTo>
                  <a:lnTo>
                    <a:pt x="10919" y="5976"/>
                  </a:lnTo>
                  <a:lnTo>
                    <a:pt x="10284" y="6289"/>
                  </a:lnTo>
                  <a:lnTo>
                    <a:pt x="9649" y="6631"/>
                  </a:lnTo>
                  <a:lnTo>
                    <a:pt x="9013" y="6915"/>
                  </a:lnTo>
                  <a:lnTo>
                    <a:pt x="8338" y="7172"/>
                  </a:lnTo>
                  <a:lnTo>
                    <a:pt x="7624" y="7399"/>
                  </a:lnTo>
                  <a:lnTo>
                    <a:pt x="6909" y="7542"/>
                  </a:lnTo>
                  <a:lnTo>
                    <a:pt x="6154" y="7655"/>
                  </a:lnTo>
                  <a:lnTo>
                    <a:pt x="5360" y="7712"/>
                  </a:lnTo>
                  <a:lnTo>
                    <a:pt x="3891" y="7769"/>
                  </a:lnTo>
                  <a:lnTo>
                    <a:pt x="2700" y="7826"/>
                  </a:lnTo>
                  <a:lnTo>
                    <a:pt x="1747" y="7968"/>
                  </a:lnTo>
                  <a:lnTo>
                    <a:pt x="1032" y="8082"/>
                  </a:lnTo>
                  <a:lnTo>
                    <a:pt x="516" y="8253"/>
                  </a:lnTo>
                  <a:lnTo>
                    <a:pt x="159" y="8481"/>
                  </a:lnTo>
                  <a:lnTo>
                    <a:pt x="0" y="8765"/>
                  </a:lnTo>
                  <a:lnTo>
                    <a:pt x="0" y="9135"/>
                  </a:lnTo>
                  <a:lnTo>
                    <a:pt x="159" y="9904"/>
                  </a:lnTo>
                  <a:lnTo>
                    <a:pt x="476" y="11156"/>
                  </a:lnTo>
                  <a:lnTo>
                    <a:pt x="874" y="12806"/>
                  </a:lnTo>
                  <a:lnTo>
                    <a:pt x="1350" y="14542"/>
                  </a:lnTo>
                  <a:lnTo>
                    <a:pt x="1787" y="16278"/>
                  </a:lnTo>
                  <a:lnTo>
                    <a:pt x="2144" y="17730"/>
                  </a:lnTo>
                  <a:lnTo>
                    <a:pt x="2462" y="18754"/>
                  </a:lnTo>
                  <a:lnTo>
                    <a:pt x="2541" y="19153"/>
                  </a:lnTo>
                  <a:lnTo>
                    <a:pt x="2541" y="19238"/>
                  </a:lnTo>
                  <a:lnTo>
                    <a:pt x="2621" y="19437"/>
                  </a:lnTo>
                  <a:lnTo>
                    <a:pt x="2700" y="19750"/>
                  </a:lnTo>
                  <a:lnTo>
                    <a:pt x="2859" y="20149"/>
                  </a:lnTo>
                  <a:lnTo>
                    <a:pt x="3097" y="20519"/>
                  </a:lnTo>
                  <a:lnTo>
                    <a:pt x="3375" y="20889"/>
                  </a:lnTo>
                  <a:lnTo>
                    <a:pt x="3772" y="21202"/>
                  </a:lnTo>
                  <a:lnTo>
                    <a:pt x="4209" y="21401"/>
                  </a:lnTo>
                  <a:lnTo>
                    <a:pt x="4725" y="21515"/>
                  </a:lnTo>
                  <a:lnTo>
                    <a:pt x="5201" y="21600"/>
                  </a:lnTo>
                  <a:lnTo>
                    <a:pt x="5599" y="21600"/>
                  </a:lnTo>
                  <a:lnTo>
                    <a:pt x="5996" y="21600"/>
                  </a:lnTo>
                  <a:lnTo>
                    <a:pt x="6274" y="21572"/>
                  </a:lnTo>
                  <a:lnTo>
                    <a:pt x="6512" y="21515"/>
                  </a:lnTo>
                  <a:lnTo>
                    <a:pt x="6671" y="21458"/>
                  </a:lnTo>
                  <a:lnTo>
                    <a:pt x="6710" y="21458"/>
                  </a:lnTo>
                  <a:lnTo>
                    <a:pt x="6631" y="19039"/>
                  </a:lnTo>
                  <a:lnTo>
                    <a:pt x="6750" y="19067"/>
                  </a:lnTo>
                  <a:lnTo>
                    <a:pt x="7107" y="19153"/>
                  </a:lnTo>
                  <a:lnTo>
                    <a:pt x="7584" y="19209"/>
                  </a:lnTo>
                  <a:lnTo>
                    <a:pt x="8259" y="19238"/>
                  </a:lnTo>
                  <a:lnTo>
                    <a:pt x="9053" y="19266"/>
                  </a:lnTo>
                  <a:lnTo>
                    <a:pt x="9926" y="19209"/>
                  </a:lnTo>
                  <a:lnTo>
                    <a:pt x="10840" y="19039"/>
                  </a:lnTo>
                  <a:lnTo>
                    <a:pt x="11832" y="18811"/>
                  </a:lnTo>
                  <a:lnTo>
                    <a:pt x="12666" y="18526"/>
                  </a:lnTo>
                  <a:lnTo>
                    <a:pt x="13301" y="18327"/>
                  </a:lnTo>
                  <a:lnTo>
                    <a:pt x="13738" y="18213"/>
                  </a:lnTo>
                  <a:lnTo>
                    <a:pt x="14096" y="18071"/>
                  </a:lnTo>
                  <a:lnTo>
                    <a:pt x="14254" y="18014"/>
                  </a:lnTo>
                  <a:lnTo>
                    <a:pt x="14374" y="17986"/>
                  </a:lnTo>
                  <a:lnTo>
                    <a:pt x="14413" y="17986"/>
                  </a:lnTo>
                  <a:lnTo>
                    <a:pt x="14413" y="17986"/>
                  </a:lnTo>
                  <a:lnTo>
                    <a:pt x="16200" y="18157"/>
                  </a:lnTo>
                  <a:lnTo>
                    <a:pt x="16279" y="18014"/>
                  </a:lnTo>
                  <a:lnTo>
                    <a:pt x="16597" y="17673"/>
                  </a:lnTo>
                  <a:lnTo>
                    <a:pt x="16954" y="17132"/>
                  </a:lnTo>
                  <a:lnTo>
                    <a:pt x="17431" y="16534"/>
                  </a:lnTo>
                  <a:lnTo>
                    <a:pt x="17907" y="15880"/>
                  </a:lnTo>
                  <a:lnTo>
                    <a:pt x="18304" y="15254"/>
                  </a:lnTo>
                  <a:lnTo>
                    <a:pt x="18622" y="14685"/>
                  </a:lnTo>
                  <a:lnTo>
                    <a:pt x="18741" y="14315"/>
                  </a:lnTo>
                  <a:lnTo>
                    <a:pt x="18701" y="13660"/>
                  </a:lnTo>
                  <a:lnTo>
                    <a:pt x="18543" y="13091"/>
                  </a:lnTo>
                  <a:lnTo>
                    <a:pt x="18344" y="12664"/>
                  </a:lnTo>
                  <a:lnTo>
                    <a:pt x="18265" y="12493"/>
                  </a:lnTo>
                  <a:lnTo>
                    <a:pt x="18304" y="12209"/>
                  </a:lnTo>
                  <a:lnTo>
                    <a:pt x="18344" y="11611"/>
                  </a:lnTo>
                  <a:lnTo>
                    <a:pt x="18384" y="10985"/>
                  </a:lnTo>
                  <a:lnTo>
                    <a:pt x="18265" y="10558"/>
                  </a:lnTo>
                  <a:lnTo>
                    <a:pt x="17987" y="10416"/>
                  </a:lnTo>
                  <a:lnTo>
                    <a:pt x="17312" y="10160"/>
                  </a:lnTo>
                  <a:lnTo>
                    <a:pt x="16399" y="9904"/>
                  </a:lnTo>
                  <a:lnTo>
                    <a:pt x="15446" y="9619"/>
                  </a:lnTo>
                  <a:lnTo>
                    <a:pt x="14413" y="9306"/>
                  </a:lnTo>
                  <a:lnTo>
                    <a:pt x="13579" y="9078"/>
                  </a:lnTo>
                  <a:lnTo>
                    <a:pt x="12944" y="8936"/>
                  </a:lnTo>
                  <a:lnTo>
                    <a:pt x="12746" y="887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4" name="Shape"/>
            <p:cNvSpPr/>
            <p:nvPr/>
          </p:nvSpPr>
          <p:spPr>
            <a:xfrm>
              <a:off x="0" y="0"/>
              <a:ext cx="1500188" cy="1666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5811"/>
                  </a:moveTo>
                  <a:lnTo>
                    <a:pt x="21577" y="5822"/>
                  </a:lnTo>
                  <a:lnTo>
                    <a:pt x="21486" y="5842"/>
                  </a:lnTo>
                  <a:lnTo>
                    <a:pt x="21371" y="5873"/>
                  </a:lnTo>
                  <a:lnTo>
                    <a:pt x="21223" y="5925"/>
                  </a:lnTo>
                  <a:lnTo>
                    <a:pt x="21063" y="5955"/>
                  </a:lnTo>
                  <a:lnTo>
                    <a:pt x="20902" y="5976"/>
                  </a:lnTo>
                  <a:lnTo>
                    <a:pt x="20765" y="5976"/>
                  </a:lnTo>
                  <a:lnTo>
                    <a:pt x="20628" y="5966"/>
                  </a:lnTo>
                  <a:lnTo>
                    <a:pt x="20571" y="5945"/>
                  </a:lnTo>
                  <a:lnTo>
                    <a:pt x="20502" y="5904"/>
                  </a:lnTo>
                  <a:lnTo>
                    <a:pt x="20445" y="5853"/>
                  </a:lnTo>
                  <a:lnTo>
                    <a:pt x="20376" y="5801"/>
                  </a:lnTo>
                  <a:lnTo>
                    <a:pt x="20296" y="5729"/>
                  </a:lnTo>
                  <a:lnTo>
                    <a:pt x="20228" y="5657"/>
                  </a:lnTo>
                  <a:lnTo>
                    <a:pt x="20136" y="5585"/>
                  </a:lnTo>
                  <a:lnTo>
                    <a:pt x="20056" y="5503"/>
                  </a:lnTo>
                  <a:lnTo>
                    <a:pt x="20102" y="5523"/>
                  </a:lnTo>
                  <a:lnTo>
                    <a:pt x="20159" y="5544"/>
                  </a:lnTo>
                  <a:lnTo>
                    <a:pt x="20205" y="5575"/>
                  </a:lnTo>
                  <a:lnTo>
                    <a:pt x="20251" y="5585"/>
                  </a:lnTo>
                  <a:lnTo>
                    <a:pt x="20422" y="5595"/>
                  </a:lnTo>
                  <a:lnTo>
                    <a:pt x="20594" y="5523"/>
                  </a:lnTo>
                  <a:lnTo>
                    <a:pt x="20765" y="5431"/>
                  </a:lnTo>
                  <a:lnTo>
                    <a:pt x="20914" y="5297"/>
                  </a:lnTo>
                  <a:lnTo>
                    <a:pt x="21051" y="5163"/>
                  </a:lnTo>
                  <a:lnTo>
                    <a:pt x="21165" y="5050"/>
                  </a:lnTo>
                  <a:lnTo>
                    <a:pt x="21234" y="4958"/>
                  </a:lnTo>
                  <a:lnTo>
                    <a:pt x="21257" y="4927"/>
                  </a:lnTo>
                  <a:lnTo>
                    <a:pt x="21246" y="4947"/>
                  </a:lnTo>
                  <a:lnTo>
                    <a:pt x="21200" y="4989"/>
                  </a:lnTo>
                  <a:lnTo>
                    <a:pt x="21143" y="5050"/>
                  </a:lnTo>
                  <a:lnTo>
                    <a:pt x="21051" y="5122"/>
                  </a:lnTo>
                  <a:lnTo>
                    <a:pt x="20960" y="5184"/>
                  </a:lnTo>
                  <a:lnTo>
                    <a:pt x="20857" y="5235"/>
                  </a:lnTo>
                  <a:lnTo>
                    <a:pt x="20742" y="5266"/>
                  </a:lnTo>
                  <a:lnTo>
                    <a:pt x="20628" y="5256"/>
                  </a:lnTo>
                  <a:lnTo>
                    <a:pt x="20502" y="5194"/>
                  </a:lnTo>
                  <a:lnTo>
                    <a:pt x="20376" y="5091"/>
                  </a:lnTo>
                  <a:lnTo>
                    <a:pt x="20228" y="4947"/>
                  </a:lnTo>
                  <a:lnTo>
                    <a:pt x="20068" y="4793"/>
                  </a:lnTo>
                  <a:lnTo>
                    <a:pt x="19862" y="4629"/>
                  </a:lnTo>
                  <a:lnTo>
                    <a:pt x="19633" y="4464"/>
                  </a:lnTo>
                  <a:lnTo>
                    <a:pt x="19359" y="4320"/>
                  </a:lnTo>
                  <a:lnTo>
                    <a:pt x="19039" y="4217"/>
                  </a:lnTo>
                  <a:lnTo>
                    <a:pt x="18821" y="4176"/>
                  </a:lnTo>
                  <a:lnTo>
                    <a:pt x="18616" y="4145"/>
                  </a:lnTo>
                  <a:lnTo>
                    <a:pt x="18421" y="4166"/>
                  </a:lnTo>
                  <a:lnTo>
                    <a:pt x="18227" y="4176"/>
                  </a:lnTo>
                  <a:lnTo>
                    <a:pt x="18055" y="4207"/>
                  </a:lnTo>
                  <a:lnTo>
                    <a:pt x="17895" y="4258"/>
                  </a:lnTo>
                  <a:lnTo>
                    <a:pt x="17747" y="4299"/>
                  </a:lnTo>
                  <a:lnTo>
                    <a:pt x="17609" y="4361"/>
                  </a:lnTo>
                  <a:lnTo>
                    <a:pt x="17472" y="4083"/>
                  </a:lnTo>
                  <a:lnTo>
                    <a:pt x="17312" y="3826"/>
                  </a:lnTo>
                  <a:lnTo>
                    <a:pt x="17129" y="3559"/>
                  </a:lnTo>
                  <a:lnTo>
                    <a:pt x="16946" y="3302"/>
                  </a:lnTo>
                  <a:lnTo>
                    <a:pt x="16740" y="3045"/>
                  </a:lnTo>
                  <a:lnTo>
                    <a:pt x="16523" y="2808"/>
                  </a:lnTo>
                  <a:lnTo>
                    <a:pt x="16294" y="2582"/>
                  </a:lnTo>
                  <a:lnTo>
                    <a:pt x="16043" y="2345"/>
                  </a:lnTo>
                  <a:lnTo>
                    <a:pt x="15745" y="2088"/>
                  </a:lnTo>
                  <a:lnTo>
                    <a:pt x="15425" y="1841"/>
                  </a:lnTo>
                  <a:lnTo>
                    <a:pt x="15082" y="1605"/>
                  </a:lnTo>
                  <a:lnTo>
                    <a:pt x="14751" y="1399"/>
                  </a:lnTo>
                  <a:lnTo>
                    <a:pt x="14385" y="1193"/>
                  </a:lnTo>
                  <a:lnTo>
                    <a:pt x="14019" y="1008"/>
                  </a:lnTo>
                  <a:lnTo>
                    <a:pt x="13630" y="843"/>
                  </a:lnTo>
                  <a:lnTo>
                    <a:pt x="13241" y="689"/>
                  </a:lnTo>
                  <a:lnTo>
                    <a:pt x="12841" y="545"/>
                  </a:lnTo>
                  <a:lnTo>
                    <a:pt x="12441" y="432"/>
                  </a:lnTo>
                  <a:lnTo>
                    <a:pt x="12029" y="329"/>
                  </a:lnTo>
                  <a:lnTo>
                    <a:pt x="11595" y="247"/>
                  </a:lnTo>
                  <a:lnTo>
                    <a:pt x="11172" y="185"/>
                  </a:lnTo>
                  <a:lnTo>
                    <a:pt x="10749" y="134"/>
                  </a:lnTo>
                  <a:lnTo>
                    <a:pt x="10314" y="113"/>
                  </a:lnTo>
                  <a:lnTo>
                    <a:pt x="9868" y="103"/>
                  </a:lnTo>
                  <a:lnTo>
                    <a:pt x="9697" y="103"/>
                  </a:lnTo>
                  <a:lnTo>
                    <a:pt x="9502" y="113"/>
                  </a:lnTo>
                  <a:lnTo>
                    <a:pt x="9308" y="123"/>
                  </a:lnTo>
                  <a:lnTo>
                    <a:pt x="9125" y="134"/>
                  </a:lnTo>
                  <a:lnTo>
                    <a:pt x="8930" y="154"/>
                  </a:lnTo>
                  <a:lnTo>
                    <a:pt x="8736" y="175"/>
                  </a:lnTo>
                  <a:lnTo>
                    <a:pt x="8542" y="195"/>
                  </a:lnTo>
                  <a:lnTo>
                    <a:pt x="8347" y="226"/>
                  </a:lnTo>
                  <a:lnTo>
                    <a:pt x="8153" y="257"/>
                  </a:lnTo>
                  <a:lnTo>
                    <a:pt x="7970" y="309"/>
                  </a:lnTo>
                  <a:lnTo>
                    <a:pt x="7776" y="350"/>
                  </a:lnTo>
                  <a:lnTo>
                    <a:pt x="7581" y="391"/>
                  </a:lnTo>
                  <a:lnTo>
                    <a:pt x="7387" y="453"/>
                  </a:lnTo>
                  <a:lnTo>
                    <a:pt x="7192" y="504"/>
                  </a:lnTo>
                  <a:lnTo>
                    <a:pt x="7009" y="555"/>
                  </a:lnTo>
                  <a:lnTo>
                    <a:pt x="6815" y="627"/>
                  </a:lnTo>
                  <a:lnTo>
                    <a:pt x="6861" y="401"/>
                  </a:lnTo>
                  <a:lnTo>
                    <a:pt x="6838" y="206"/>
                  </a:lnTo>
                  <a:lnTo>
                    <a:pt x="6769" y="51"/>
                  </a:lnTo>
                  <a:lnTo>
                    <a:pt x="6746" y="0"/>
                  </a:lnTo>
                  <a:lnTo>
                    <a:pt x="6735" y="21"/>
                  </a:lnTo>
                  <a:lnTo>
                    <a:pt x="6712" y="62"/>
                  </a:lnTo>
                  <a:lnTo>
                    <a:pt x="6666" y="144"/>
                  </a:lnTo>
                  <a:lnTo>
                    <a:pt x="6609" y="237"/>
                  </a:lnTo>
                  <a:lnTo>
                    <a:pt x="6541" y="339"/>
                  </a:lnTo>
                  <a:lnTo>
                    <a:pt x="6461" y="432"/>
                  </a:lnTo>
                  <a:lnTo>
                    <a:pt x="6381" y="525"/>
                  </a:lnTo>
                  <a:lnTo>
                    <a:pt x="6300" y="597"/>
                  </a:lnTo>
                  <a:lnTo>
                    <a:pt x="6209" y="627"/>
                  </a:lnTo>
                  <a:lnTo>
                    <a:pt x="6072" y="597"/>
                  </a:lnTo>
                  <a:lnTo>
                    <a:pt x="5912" y="545"/>
                  </a:lnTo>
                  <a:lnTo>
                    <a:pt x="5729" y="483"/>
                  </a:lnTo>
                  <a:lnTo>
                    <a:pt x="5534" y="401"/>
                  </a:lnTo>
                  <a:lnTo>
                    <a:pt x="5340" y="350"/>
                  </a:lnTo>
                  <a:lnTo>
                    <a:pt x="5134" y="329"/>
                  </a:lnTo>
                  <a:lnTo>
                    <a:pt x="4928" y="360"/>
                  </a:lnTo>
                  <a:lnTo>
                    <a:pt x="4745" y="473"/>
                  </a:lnTo>
                  <a:lnTo>
                    <a:pt x="4585" y="648"/>
                  </a:lnTo>
                  <a:lnTo>
                    <a:pt x="4460" y="885"/>
                  </a:lnTo>
                  <a:lnTo>
                    <a:pt x="4357" y="1131"/>
                  </a:lnTo>
                  <a:lnTo>
                    <a:pt x="4277" y="1378"/>
                  </a:lnTo>
                  <a:lnTo>
                    <a:pt x="4219" y="1584"/>
                  </a:lnTo>
                  <a:lnTo>
                    <a:pt x="4185" y="1738"/>
                  </a:lnTo>
                  <a:lnTo>
                    <a:pt x="4174" y="1790"/>
                  </a:lnTo>
                  <a:lnTo>
                    <a:pt x="4197" y="1759"/>
                  </a:lnTo>
                  <a:lnTo>
                    <a:pt x="4277" y="1656"/>
                  </a:lnTo>
                  <a:lnTo>
                    <a:pt x="4379" y="1522"/>
                  </a:lnTo>
                  <a:lnTo>
                    <a:pt x="4505" y="1358"/>
                  </a:lnTo>
                  <a:lnTo>
                    <a:pt x="4654" y="1183"/>
                  </a:lnTo>
                  <a:lnTo>
                    <a:pt x="4791" y="1018"/>
                  </a:lnTo>
                  <a:lnTo>
                    <a:pt x="4940" y="885"/>
                  </a:lnTo>
                  <a:lnTo>
                    <a:pt x="5066" y="802"/>
                  </a:lnTo>
                  <a:lnTo>
                    <a:pt x="5146" y="761"/>
                  </a:lnTo>
                  <a:lnTo>
                    <a:pt x="5248" y="761"/>
                  </a:lnTo>
                  <a:lnTo>
                    <a:pt x="5340" y="782"/>
                  </a:lnTo>
                  <a:lnTo>
                    <a:pt x="5443" y="823"/>
                  </a:lnTo>
                  <a:lnTo>
                    <a:pt x="5557" y="864"/>
                  </a:lnTo>
                  <a:lnTo>
                    <a:pt x="5683" y="905"/>
                  </a:lnTo>
                  <a:lnTo>
                    <a:pt x="5820" y="946"/>
                  </a:lnTo>
                  <a:lnTo>
                    <a:pt x="5957" y="977"/>
                  </a:lnTo>
                  <a:lnTo>
                    <a:pt x="5569" y="1173"/>
                  </a:lnTo>
                  <a:lnTo>
                    <a:pt x="5180" y="1389"/>
                  </a:lnTo>
                  <a:lnTo>
                    <a:pt x="4803" y="1615"/>
                  </a:lnTo>
                  <a:lnTo>
                    <a:pt x="4460" y="1882"/>
                  </a:lnTo>
                  <a:lnTo>
                    <a:pt x="4116" y="2150"/>
                  </a:lnTo>
                  <a:lnTo>
                    <a:pt x="3785" y="2458"/>
                  </a:lnTo>
                  <a:lnTo>
                    <a:pt x="3476" y="2777"/>
                  </a:lnTo>
                  <a:lnTo>
                    <a:pt x="3202" y="3127"/>
                  </a:lnTo>
                  <a:lnTo>
                    <a:pt x="2939" y="3497"/>
                  </a:lnTo>
                  <a:lnTo>
                    <a:pt x="2699" y="3878"/>
                  </a:lnTo>
                  <a:lnTo>
                    <a:pt x="2481" y="4289"/>
                  </a:lnTo>
                  <a:lnTo>
                    <a:pt x="2298" y="4721"/>
                  </a:lnTo>
                  <a:lnTo>
                    <a:pt x="2150" y="5174"/>
                  </a:lnTo>
                  <a:lnTo>
                    <a:pt x="2024" y="5657"/>
                  </a:lnTo>
                  <a:lnTo>
                    <a:pt x="1944" y="6161"/>
                  </a:lnTo>
                  <a:lnTo>
                    <a:pt x="1875" y="6686"/>
                  </a:lnTo>
                  <a:lnTo>
                    <a:pt x="1864" y="7097"/>
                  </a:lnTo>
                  <a:lnTo>
                    <a:pt x="1875" y="7519"/>
                  </a:lnTo>
                  <a:lnTo>
                    <a:pt x="1910" y="7941"/>
                  </a:lnTo>
                  <a:lnTo>
                    <a:pt x="1990" y="8352"/>
                  </a:lnTo>
                  <a:lnTo>
                    <a:pt x="2081" y="8784"/>
                  </a:lnTo>
                  <a:lnTo>
                    <a:pt x="2207" y="9195"/>
                  </a:lnTo>
                  <a:lnTo>
                    <a:pt x="2367" y="9597"/>
                  </a:lnTo>
                  <a:lnTo>
                    <a:pt x="2550" y="9998"/>
                  </a:lnTo>
                  <a:lnTo>
                    <a:pt x="2756" y="10389"/>
                  </a:lnTo>
                  <a:lnTo>
                    <a:pt x="2984" y="10759"/>
                  </a:lnTo>
                  <a:lnTo>
                    <a:pt x="3236" y="11119"/>
                  </a:lnTo>
                  <a:lnTo>
                    <a:pt x="3533" y="11458"/>
                  </a:lnTo>
                  <a:lnTo>
                    <a:pt x="3842" y="11787"/>
                  </a:lnTo>
                  <a:lnTo>
                    <a:pt x="4185" y="12086"/>
                  </a:lnTo>
                  <a:lnTo>
                    <a:pt x="4562" y="12363"/>
                  </a:lnTo>
                  <a:lnTo>
                    <a:pt x="4951" y="12621"/>
                  </a:lnTo>
                  <a:lnTo>
                    <a:pt x="4997" y="12693"/>
                  </a:lnTo>
                  <a:lnTo>
                    <a:pt x="5054" y="12754"/>
                  </a:lnTo>
                  <a:lnTo>
                    <a:pt x="5111" y="12816"/>
                  </a:lnTo>
                  <a:lnTo>
                    <a:pt x="5157" y="12867"/>
                  </a:lnTo>
                  <a:lnTo>
                    <a:pt x="5214" y="12919"/>
                  </a:lnTo>
                  <a:lnTo>
                    <a:pt x="5271" y="12970"/>
                  </a:lnTo>
                  <a:lnTo>
                    <a:pt x="5329" y="13032"/>
                  </a:lnTo>
                  <a:lnTo>
                    <a:pt x="5374" y="13073"/>
                  </a:lnTo>
                  <a:lnTo>
                    <a:pt x="5386" y="13083"/>
                  </a:lnTo>
                  <a:lnTo>
                    <a:pt x="5431" y="13114"/>
                  </a:lnTo>
                  <a:lnTo>
                    <a:pt x="5489" y="13176"/>
                  </a:lnTo>
                  <a:lnTo>
                    <a:pt x="5569" y="13238"/>
                  </a:lnTo>
                  <a:lnTo>
                    <a:pt x="5660" y="13310"/>
                  </a:lnTo>
                  <a:lnTo>
                    <a:pt x="5763" y="13402"/>
                  </a:lnTo>
                  <a:lnTo>
                    <a:pt x="5866" y="13485"/>
                  </a:lnTo>
                  <a:lnTo>
                    <a:pt x="5969" y="13577"/>
                  </a:lnTo>
                  <a:lnTo>
                    <a:pt x="5866" y="13639"/>
                  </a:lnTo>
                  <a:lnTo>
                    <a:pt x="5740" y="13721"/>
                  </a:lnTo>
                  <a:lnTo>
                    <a:pt x="5603" y="13824"/>
                  </a:lnTo>
                  <a:lnTo>
                    <a:pt x="5477" y="13947"/>
                  </a:lnTo>
                  <a:lnTo>
                    <a:pt x="5340" y="14081"/>
                  </a:lnTo>
                  <a:lnTo>
                    <a:pt x="5191" y="14225"/>
                  </a:lnTo>
                  <a:lnTo>
                    <a:pt x="5054" y="14369"/>
                  </a:lnTo>
                  <a:lnTo>
                    <a:pt x="4894" y="14523"/>
                  </a:lnTo>
                  <a:lnTo>
                    <a:pt x="4734" y="14688"/>
                  </a:lnTo>
                  <a:lnTo>
                    <a:pt x="4562" y="14853"/>
                  </a:lnTo>
                  <a:lnTo>
                    <a:pt x="4402" y="15017"/>
                  </a:lnTo>
                  <a:lnTo>
                    <a:pt x="4231" y="15182"/>
                  </a:lnTo>
                  <a:lnTo>
                    <a:pt x="4048" y="15336"/>
                  </a:lnTo>
                  <a:lnTo>
                    <a:pt x="3888" y="15480"/>
                  </a:lnTo>
                  <a:lnTo>
                    <a:pt x="3716" y="15603"/>
                  </a:lnTo>
                  <a:lnTo>
                    <a:pt x="3533" y="15727"/>
                  </a:lnTo>
                  <a:lnTo>
                    <a:pt x="3305" y="15861"/>
                  </a:lnTo>
                  <a:lnTo>
                    <a:pt x="3053" y="15974"/>
                  </a:lnTo>
                  <a:lnTo>
                    <a:pt x="2790" y="16087"/>
                  </a:lnTo>
                  <a:lnTo>
                    <a:pt x="2527" y="16190"/>
                  </a:lnTo>
                  <a:lnTo>
                    <a:pt x="2241" y="16272"/>
                  </a:lnTo>
                  <a:lnTo>
                    <a:pt x="1967" y="16354"/>
                  </a:lnTo>
                  <a:lnTo>
                    <a:pt x="1681" y="16426"/>
                  </a:lnTo>
                  <a:lnTo>
                    <a:pt x="1418" y="16488"/>
                  </a:lnTo>
                  <a:lnTo>
                    <a:pt x="1143" y="16550"/>
                  </a:lnTo>
                  <a:lnTo>
                    <a:pt x="903" y="16611"/>
                  </a:lnTo>
                  <a:lnTo>
                    <a:pt x="686" y="16663"/>
                  </a:lnTo>
                  <a:lnTo>
                    <a:pt x="480" y="16725"/>
                  </a:lnTo>
                  <a:lnTo>
                    <a:pt x="309" y="16786"/>
                  </a:lnTo>
                  <a:lnTo>
                    <a:pt x="160" y="16838"/>
                  </a:lnTo>
                  <a:lnTo>
                    <a:pt x="57" y="16910"/>
                  </a:lnTo>
                  <a:lnTo>
                    <a:pt x="0" y="16971"/>
                  </a:lnTo>
                  <a:lnTo>
                    <a:pt x="11" y="17177"/>
                  </a:lnTo>
                  <a:lnTo>
                    <a:pt x="114" y="17640"/>
                  </a:lnTo>
                  <a:lnTo>
                    <a:pt x="274" y="18257"/>
                  </a:lnTo>
                  <a:lnTo>
                    <a:pt x="480" y="18957"/>
                  </a:lnTo>
                  <a:lnTo>
                    <a:pt x="675" y="19646"/>
                  </a:lnTo>
                  <a:lnTo>
                    <a:pt x="858" y="20242"/>
                  </a:lnTo>
                  <a:lnTo>
                    <a:pt x="983" y="20654"/>
                  </a:lnTo>
                  <a:lnTo>
                    <a:pt x="1029" y="20818"/>
                  </a:lnTo>
                  <a:lnTo>
                    <a:pt x="949" y="20438"/>
                  </a:lnTo>
                  <a:lnTo>
                    <a:pt x="858" y="19934"/>
                  </a:lnTo>
                  <a:lnTo>
                    <a:pt x="755" y="19358"/>
                  </a:lnTo>
                  <a:lnTo>
                    <a:pt x="652" y="18741"/>
                  </a:lnTo>
                  <a:lnTo>
                    <a:pt x="549" y="18175"/>
                  </a:lnTo>
                  <a:lnTo>
                    <a:pt x="492" y="17691"/>
                  </a:lnTo>
                  <a:lnTo>
                    <a:pt x="457" y="17342"/>
                  </a:lnTo>
                  <a:lnTo>
                    <a:pt x="469" y="17187"/>
                  </a:lnTo>
                  <a:lnTo>
                    <a:pt x="503" y="17167"/>
                  </a:lnTo>
                  <a:lnTo>
                    <a:pt x="595" y="17146"/>
                  </a:lnTo>
                  <a:lnTo>
                    <a:pt x="698" y="17115"/>
                  </a:lnTo>
                  <a:lnTo>
                    <a:pt x="846" y="17085"/>
                  </a:lnTo>
                  <a:lnTo>
                    <a:pt x="1006" y="17054"/>
                  </a:lnTo>
                  <a:lnTo>
                    <a:pt x="1201" y="17002"/>
                  </a:lnTo>
                  <a:lnTo>
                    <a:pt x="1395" y="16961"/>
                  </a:lnTo>
                  <a:lnTo>
                    <a:pt x="1612" y="16910"/>
                  </a:lnTo>
                  <a:lnTo>
                    <a:pt x="1841" y="16848"/>
                  </a:lnTo>
                  <a:lnTo>
                    <a:pt x="2070" y="16797"/>
                  </a:lnTo>
                  <a:lnTo>
                    <a:pt x="2298" y="16725"/>
                  </a:lnTo>
                  <a:lnTo>
                    <a:pt x="2550" y="16642"/>
                  </a:lnTo>
                  <a:lnTo>
                    <a:pt x="2767" y="16560"/>
                  </a:lnTo>
                  <a:lnTo>
                    <a:pt x="2984" y="16457"/>
                  </a:lnTo>
                  <a:lnTo>
                    <a:pt x="3190" y="16365"/>
                  </a:lnTo>
                  <a:lnTo>
                    <a:pt x="3385" y="16241"/>
                  </a:lnTo>
                  <a:lnTo>
                    <a:pt x="3568" y="16107"/>
                  </a:lnTo>
                  <a:lnTo>
                    <a:pt x="3762" y="15953"/>
                  </a:lnTo>
                  <a:lnTo>
                    <a:pt x="3956" y="15778"/>
                  </a:lnTo>
                  <a:lnTo>
                    <a:pt x="4151" y="15593"/>
                  </a:lnTo>
                  <a:lnTo>
                    <a:pt x="4357" y="15408"/>
                  </a:lnTo>
                  <a:lnTo>
                    <a:pt x="4562" y="15213"/>
                  </a:lnTo>
                  <a:lnTo>
                    <a:pt x="4757" y="15017"/>
                  </a:lnTo>
                  <a:lnTo>
                    <a:pt x="4951" y="14822"/>
                  </a:lnTo>
                  <a:lnTo>
                    <a:pt x="5146" y="14647"/>
                  </a:lnTo>
                  <a:lnTo>
                    <a:pt x="5329" y="14482"/>
                  </a:lnTo>
                  <a:lnTo>
                    <a:pt x="5500" y="14338"/>
                  </a:lnTo>
                  <a:lnTo>
                    <a:pt x="5660" y="14225"/>
                  </a:lnTo>
                  <a:lnTo>
                    <a:pt x="5797" y="14133"/>
                  </a:lnTo>
                  <a:lnTo>
                    <a:pt x="5923" y="14091"/>
                  </a:lnTo>
                  <a:lnTo>
                    <a:pt x="6037" y="14071"/>
                  </a:lnTo>
                  <a:lnTo>
                    <a:pt x="6118" y="14102"/>
                  </a:lnTo>
                  <a:lnTo>
                    <a:pt x="6220" y="14256"/>
                  </a:lnTo>
                  <a:lnTo>
                    <a:pt x="6220" y="14482"/>
                  </a:lnTo>
                  <a:lnTo>
                    <a:pt x="6129" y="14770"/>
                  </a:lnTo>
                  <a:lnTo>
                    <a:pt x="5969" y="15079"/>
                  </a:lnTo>
                  <a:lnTo>
                    <a:pt x="5752" y="15408"/>
                  </a:lnTo>
                  <a:lnTo>
                    <a:pt x="5500" y="15717"/>
                  </a:lnTo>
                  <a:lnTo>
                    <a:pt x="5203" y="16005"/>
                  </a:lnTo>
                  <a:lnTo>
                    <a:pt x="4905" y="16231"/>
                  </a:lnTo>
                  <a:lnTo>
                    <a:pt x="4608" y="16416"/>
                  </a:lnTo>
                  <a:lnTo>
                    <a:pt x="4345" y="16591"/>
                  </a:lnTo>
                  <a:lnTo>
                    <a:pt x="4116" y="16735"/>
                  </a:lnTo>
                  <a:lnTo>
                    <a:pt x="3934" y="16858"/>
                  </a:lnTo>
                  <a:lnTo>
                    <a:pt x="3773" y="16961"/>
                  </a:lnTo>
                  <a:lnTo>
                    <a:pt x="3659" y="17033"/>
                  </a:lnTo>
                  <a:lnTo>
                    <a:pt x="3590" y="17095"/>
                  </a:lnTo>
                  <a:lnTo>
                    <a:pt x="3568" y="17105"/>
                  </a:lnTo>
                  <a:lnTo>
                    <a:pt x="3636" y="17126"/>
                  </a:lnTo>
                  <a:lnTo>
                    <a:pt x="3819" y="17177"/>
                  </a:lnTo>
                  <a:lnTo>
                    <a:pt x="4094" y="17259"/>
                  </a:lnTo>
                  <a:lnTo>
                    <a:pt x="4391" y="17352"/>
                  </a:lnTo>
                  <a:lnTo>
                    <a:pt x="4700" y="17455"/>
                  </a:lnTo>
                  <a:lnTo>
                    <a:pt x="4963" y="17537"/>
                  </a:lnTo>
                  <a:lnTo>
                    <a:pt x="5157" y="17630"/>
                  </a:lnTo>
                  <a:lnTo>
                    <a:pt x="5237" y="17681"/>
                  </a:lnTo>
                  <a:lnTo>
                    <a:pt x="5237" y="17846"/>
                  </a:lnTo>
                  <a:lnTo>
                    <a:pt x="5180" y="18072"/>
                  </a:lnTo>
                  <a:lnTo>
                    <a:pt x="5134" y="18298"/>
                  </a:lnTo>
                  <a:lnTo>
                    <a:pt x="5111" y="18381"/>
                  </a:lnTo>
                  <a:lnTo>
                    <a:pt x="5146" y="18422"/>
                  </a:lnTo>
                  <a:lnTo>
                    <a:pt x="5237" y="18535"/>
                  </a:lnTo>
                  <a:lnTo>
                    <a:pt x="5340" y="18710"/>
                  </a:lnTo>
                  <a:lnTo>
                    <a:pt x="5409" y="18936"/>
                  </a:lnTo>
                  <a:lnTo>
                    <a:pt x="5397" y="19090"/>
                  </a:lnTo>
                  <a:lnTo>
                    <a:pt x="5340" y="19275"/>
                  </a:lnTo>
                  <a:lnTo>
                    <a:pt x="5237" y="19491"/>
                  </a:lnTo>
                  <a:lnTo>
                    <a:pt x="5111" y="19728"/>
                  </a:lnTo>
                  <a:lnTo>
                    <a:pt x="4985" y="19934"/>
                  </a:lnTo>
                  <a:lnTo>
                    <a:pt x="4883" y="20109"/>
                  </a:lnTo>
                  <a:lnTo>
                    <a:pt x="4791" y="20232"/>
                  </a:lnTo>
                  <a:lnTo>
                    <a:pt x="4768" y="20273"/>
                  </a:lnTo>
                  <a:lnTo>
                    <a:pt x="4471" y="20181"/>
                  </a:lnTo>
                  <a:lnTo>
                    <a:pt x="4357" y="19913"/>
                  </a:lnTo>
                  <a:lnTo>
                    <a:pt x="4322" y="19944"/>
                  </a:lnTo>
                  <a:lnTo>
                    <a:pt x="4219" y="20016"/>
                  </a:lnTo>
                  <a:lnTo>
                    <a:pt x="4082" y="20129"/>
                  </a:lnTo>
                  <a:lnTo>
                    <a:pt x="3899" y="20253"/>
                  </a:lnTo>
                  <a:lnTo>
                    <a:pt x="3693" y="20366"/>
                  </a:lnTo>
                  <a:lnTo>
                    <a:pt x="3453" y="20479"/>
                  </a:lnTo>
                  <a:lnTo>
                    <a:pt x="3225" y="20551"/>
                  </a:lnTo>
                  <a:lnTo>
                    <a:pt x="2996" y="20592"/>
                  </a:lnTo>
                  <a:lnTo>
                    <a:pt x="2790" y="20592"/>
                  </a:lnTo>
                  <a:lnTo>
                    <a:pt x="2596" y="20582"/>
                  </a:lnTo>
                  <a:lnTo>
                    <a:pt x="2436" y="20561"/>
                  </a:lnTo>
                  <a:lnTo>
                    <a:pt x="2298" y="20551"/>
                  </a:lnTo>
                  <a:lnTo>
                    <a:pt x="2195" y="20541"/>
                  </a:lnTo>
                  <a:lnTo>
                    <a:pt x="2115" y="20530"/>
                  </a:lnTo>
                  <a:lnTo>
                    <a:pt x="2070" y="20520"/>
                  </a:lnTo>
                  <a:lnTo>
                    <a:pt x="2058" y="20520"/>
                  </a:lnTo>
                  <a:lnTo>
                    <a:pt x="2218" y="21600"/>
                  </a:lnTo>
                  <a:lnTo>
                    <a:pt x="2287" y="20890"/>
                  </a:lnTo>
                  <a:lnTo>
                    <a:pt x="2287" y="20901"/>
                  </a:lnTo>
                  <a:lnTo>
                    <a:pt x="2298" y="20921"/>
                  </a:lnTo>
                  <a:lnTo>
                    <a:pt x="2344" y="20962"/>
                  </a:lnTo>
                  <a:lnTo>
                    <a:pt x="2401" y="20993"/>
                  </a:lnTo>
                  <a:lnTo>
                    <a:pt x="2481" y="21024"/>
                  </a:lnTo>
                  <a:lnTo>
                    <a:pt x="2619" y="21055"/>
                  </a:lnTo>
                  <a:lnTo>
                    <a:pt x="2801" y="21075"/>
                  </a:lnTo>
                  <a:lnTo>
                    <a:pt x="3042" y="21086"/>
                  </a:lnTo>
                  <a:lnTo>
                    <a:pt x="3316" y="21065"/>
                  </a:lnTo>
                  <a:lnTo>
                    <a:pt x="3579" y="21003"/>
                  </a:lnTo>
                  <a:lnTo>
                    <a:pt x="3842" y="20911"/>
                  </a:lnTo>
                  <a:lnTo>
                    <a:pt x="4094" y="20808"/>
                  </a:lnTo>
                  <a:lnTo>
                    <a:pt x="4299" y="20695"/>
                  </a:lnTo>
                  <a:lnTo>
                    <a:pt x="4460" y="20613"/>
                  </a:lnTo>
                  <a:lnTo>
                    <a:pt x="4562" y="20541"/>
                  </a:lnTo>
                  <a:lnTo>
                    <a:pt x="4597" y="20520"/>
                  </a:lnTo>
                  <a:lnTo>
                    <a:pt x="4768" y="20623"/>
                  </a:lnTo>
                  <a:lnTo>
                    <a:pt x="5260" y="20551"/>
                  </a:lnTo>
                  <a:lnTo>
                    <a:pt x="5294" y="20499"/>
                  </a:lnTo>
                  <a:lnTo>
                    <a:pt x="5386" y="20366"/>
                  </a:lnTo>
                  <a:lnTo>
                    <a:pt x="5523" y="20160"/>
                  </a:lnTo>
                  <a:lnTo>
                    <a:pt x="5672" y="19923"/>
                  </a:lnTo>
                  <a:lnTo>
                    <a:pt x="5820" y="19656"/>
                  </a:lnTo>
                  <a:lnTo>
                    <a:pt x="5946" y="19409"/>
                  </a:lnTo>
                  <a:lnTo>
                    <a:pt x="6026" y="19183"/>
                  </a:lnTo>
                  <a:lnTo>
                    <a:pt x="6037" y="19008"/>
                  </a:lnTo>
                  <a:lnTo>
                    <a:pt x="5992" y="18874"/>
                  </a:lnTo>
                  <a:lnTo>
                    <a:pt x="5946" y="18741"/>
                  </a:lnTo>
                  <a:lnTo>
                    <a:pt x="5889" y="18627"/>
                  </a:lnTo>
                  <a:lnTo>
                    <a:pt x="5832" y="18545"/>
                  </a:lnTo>
                  <a:lnTo>
                    <a:pt x="5763" y="18473"/>
                  </a:lnTo>
                  <a:lnTo>
                    <a:pt x="5717" y="18401"/>
                  </a:lnTo>
                  <a:lnTo>
                    <a:pt x="5683" y="18370"/>
                  </a:lnTo>
                  <a:lnTo>
                    <a:pt x="5672" y="18360"/>
                  </a:lnTo>
                  <a:lnTo>
                    <a:pt x="5694" y="18247"/>
                  </a:lnTo>
                  <a:lnTo>
                    <a:pt x="5763" y="18000"/>
                  </a:lnTo>
                  <a:lnTo>
                    <a:pt x="5820" y="17733"/>
                  </a:lnTo>
                  <a:lnTo>
                    <a:pt x="5820" y="17547"/>
                  </a:lnTo>
                  <a:lnTo>
                    <a:pt x="5740" y="17486"/>
                  </a:lnTo>
                  <a:lnTo>
                    <a:pt x="5569" y="17414"/>
                  </a:lnTo>
                  <a:lnTo>
                    <a:pt x="5340" y="17311"/>
                  </a:lnTo>
                  <a:lnTo>
                    <a:pt x="5077" y="17229"/>
                  </a:lnTo>
                  <a:lnTo>
                    <a:pt x="4803" y="17136"/>
                  </a:lnTo>
                  <a:lnTo>
                    <a:pt x="4574" y="17074"/>
                  </a:lnTo>
                  <a:lnTo>
                    <a:pt x="4414" y="17023"/>
                  </a:lnTo>
                  <a:lnTo>
                    <a:pt x="4357" y="17002"/>
                  </a:lnTo>
                  <a:lnTo>
                    <a:pt x="4368" y="16992"/>
                  </a:lnTo>
                  <a:lnTo>
                    <a:pt x="4402" y="16951"/>
                  </a:lnTo>
                  <a:lnTo>
                    <a:pt x="4482" y="16889"/>
                  </a:lnTo>
                  <a:lnTo>
                    <a:pt x="4597" y="16797"/>
                  </a:lnTo>
                  <a:lnTo>
                    <a:pt x="4757" y="16663"/>
                  </a:lnTo>
                  <a:lnTo>
                    <a:pt x="4974" y="16529"/>
                  </a:lnTo>
                  <a:lnTo>
                    <a:pt x="5260" y="16344"/>
                  </a:lnTo>
                  <a:lnTo>
                    <a:pt x="5592" y="16128"/>
                  </a:lnTo>
                  <a:lnTo>
                    <a:pt x="5820" y="15974"/>
                  </a:lnTo>
                  <a:lnTo>
                    <a:pt x="6015" y="15789"/>
                  </a:lnTo>
                  <a:lnTo>
                    <a:pt x="6163" y="15573"/>
                  </a:lnTo>
                  <a:lnTo>
                    <a:pt x="6300" y="15346"/>
                  </a:lnTo>
                  <a:lnTo>
                    <a:pt x="6415" y="15120"/>
                  </a:lnTo>
                  <a:lnTo>
                    <a:pt x="6483" y="14863"/>
                  </a:lnTo>
                  <a:lnTo>
                    <a:pt x="6541" y="14626"/>
                  </a:lnTo>
                  <a:lnTo>
                    <a:pt x="6563" y="14400"/>
                  </a:lnTo>
                  <a:lnTo>
                    <a:pt x="6666" y="14606"/>
                  </a:lnTo>
                  <a:lnTo>
                    <a:pt x="6758" y="14832"/>
                  </a:lnTo>
                  <a:lnTo>
                    <a:pt x="6895" y="15079"/>
                  </a:lnTo>
                  <a:lnTo>
                    <a:pt x="7032" y="15346"/>
                  </a:lnTo>
                  <a:lnTo>
                    <a:pt x="7192" y="15603"/>
                  </a:lnTo>
                  <a:lnTo>
                    <a:pt x="7364" y="15871"/>
                  </a:lnTo>
                  <a:lnTo>
                    <a:pt x="7535" y="16128"/>
                  </a:lnTo>
                  <a:lnTo>
                    <a:pt x="7730" y="16385"/>
                  </a:lnTo>
                  <a:lnTo>
                    <a:pt x="7958" y="16622"/>
                  </a:lnTo>
                  <a:lnTo>
                    <a:pt x="8187" y="16838"/>
                  </a:lnTo>
                  <a:lnTo>
                    <a:pt x="8416" y="17033"/>
                  </a:lnTo>
                  <a:lnTo>
                    <a:pt x="8679" y="17208"/>
                  </a:lnTo>
                  <a:lnTo>
                    <a:pt x="8953" y="17342"/>
                  </a:lnTo>
                  <a:lnTo>
                    <a:pt x="9228" y="17445"/>
                  </a:lnTo>
                  <a:lnTo>
                    <a:pt x="9525" y="17496"/>
                  </a:lnTo>
                  <a:lnTo>
                    <a:pt x="9834" y="17506"/>
                  </a:lnTo>
                  <a:lnTo>
                    <a:pt x="10223" y="17455"/>
                  </a:lnTo>
                  <a:lnTo>
                    <a:pt x="10611" y="17352"/>
                  </a:lnTo>
                  <a:lnTo>
                    <a:pt x="11012" y="17187"/>
                  </a:lnTo>
                  <a:lnTo>
                    <a:pt x="11400" y="16992"/>
                  </a:lnTo>
                  <a:lnTo>
                    <a:pt x="11789" y="16755"/>
                  </a:lnTo>
                  <a:lnTo>
                    <a:pt x="12155" y="16478"/>
                  </a:lnTo>
                  <a:lnTo>
                    <a:pt x="12521" y="16179"/>
                  </a:lnTo>
                  <a:lnTo>
                    <a:pt x="12875" y="15850"/>
                  </a:lnTo>
                  <a:lnTo>
                    <a:pt x="13207" y="15501"/>
                  </a:lnTo>
                  <a:lnTo>
                    <a:pt x="13504" y="15141"/>
                  </a:lnTo>
                  <a:lnTo>
                    <a:pt x="13802" y="14770"/>
                  </a:lnTo>
                  <a:lnTo>
                    <a:pt x="14053" y="14410"/>
                  </a:lnTo>
                  <a:lnTo>
                    <a:pt x="14270" y="14030"/>
                  </a:lnTo>
                  <a:lnTo>
                    <a:pt x="14465" y="13670"/>
                  </a:lnTo>
                  <a:lnTo>
                    <a:pt x="14625" y="13341"/>
                  </a:lnTo>
                  <a:lnTo>
                    <a:pt x="14739" y="13011"/>
                  </a:lnTo>
                  <a:lnTo>
                    <a:pt x="14762" y="12960"/>
                  </a:lnTo>
                  <a:lnTo>
                    <a:pt x="14808" y="12867"/>
                  </a:lnTo>
                  <a:lnTo>
                    <a:pt x="14876" y="12713"/>
                  </a:lnTo>
                  <a:lnTo>
                    <a:pt x="14968" y="12528"/>
                  </a:lnTo>
                  <a:lnTo>
                    <a:pt x="15048" y="12353"/>
                  </a:lnTo>
                  <a:lnTo>
                    <a:pt x="15128" y="12178"/>
                  </a:lnTo>
                  <a:lnTo>
                    <a:pt x="15185" y="12045"/>
                  </a:lnTo>
                  <a:lnTo>
                    <a:pt x="15219" y="11962"/>
                  </a:lnTo>
                  <a:lnTo>
                    <a:pt x="15242" y="11952"/>
                  </a:lnTo>
                  <a:lnTo>
                    <a:pt x="15311" y="11942"/>
                  </a:lnTo>
                  <a:lnTo>
                    <a:pt x="15380" y="11911"/>
                  </a:lnTo>
                  <a:lnTo>
                    <a:pt x="15460" y="11890"/>
                  </a:lnTo>
                  <a:lnTo>
                    <a:pt x="15551" y="11880"/>
                  </a:lnTo>
                  <a:lnTo>
                    <a:pt x="15620" y="11859"/>
                  </a:lnTo>
                  <a:lnTo>
                    <a:pt x="15665" y="11849"/>
                  </a:lnTo>
                  <a:lnTo>
                    <a:pt x="15700" y="11839"/>
                  </a:lnTo>
                  <a:lnTo>
                    <a:pt x="15928" y="11859"/>
                  </a:lnTo>
                  <a:lnTo>
                    <a:pt x="16146" y="11870"/>
                  </a:lnTo>
                  <a:lnTo>
                    <a:pt x="16363" y="11890"/>
                  </a:lnTo>
                  <a:lnTo>
                    <a:pt x="16580" y="11890"/>
                  </a:lnTo>
                  <a:lnTo>
                    <a:pt x="16797" y="11880"/>
                  </a:lnTo>
                  <a:lnTo>
                    <a:pt x="17026" y="11849"/>
                  </a:lnTo>
                  <a:lnTo>
                    <a:pt x="17255" y="11787"/>
                  </a:lnTo>
                  <a:lnTo>
                    <a:pt x="17495" y="11695"/>
                  </a:lnTo>
                  <a:lnTo>
                    <a:pt x="17792" y="11541"/>
                  </a:lnTo>
                  <a:lnTo>
                    <a:pt x="18090" y="11366"/>
                  </a:lnTo>
                  <a:lnTo>
                    <a:pt x="18353" y="11181"/>
                  </a:lnTo>
                  <a:lnTo>
                    <a:pt x="18604" y="10985"/>
                  </a:lnTo>
                  <a:lnTo>
                    <a:pt x="18810" y="10779"/>
                  </a:lnTo>
                  <a:lnTo>
                    <a:pt x="18970" y="10563"/>
                  </a:lnTo>
                  <a:lnTo>
                    <a:pt x="19119" y="10337"/>
                  </a:lnTo>
                  <a:lnTo>
                    <a:pt x="19222" y="10101"/>
                  </a:lnTo>
                  <a:lnTo>
                    <a:pt x="19279" y="9895"/>
                  </a:lnTo>
                  <a:lnTo>
                    <a:pt x="19313" y="9689"/>
                  </a:lnTo>
                  <a:lnTo>
                    <a:pt x="19302" y="9494"/>
                  </a:lnTo>
                  <a:lnTo>
                    <a:pt x="19267" y="9309"/>
                  </a:lnTo>
                  <a:lnTo>
                    <a:pt x="19405" y="9381"/>
                  </a:lnTo>
                  <a:lnTo>
                    <a:pt x="19519" y="9463"/>
                  </a:lnTo>
                  <a:lnTo>
                    <a:pt x="19656" y="9545"/>
                  </a:lnTo>
                  <a:lnTo>
                    <a:pt x="19782" y="9617"/>
                  </a:lnTo>
                  <a:lnTo>
                    <a:pt x="19896" y="9710"/>
                  </a:lnTo>
                  <a:lnTo>
                    <a:pt x="20022" y="9782"/>
                  </a:lnTo>
                  <a:lnTo>
                    <a:pt x="20136" y="9843"/>
                  </a:lnTo>
                  <a:lnTo>
                    <a:pt x="20251" y="9885"/>
                  </a:lnTo>
                  <a:lnTo>
                    <a:pt x="20422" y="9895"/>
                  </a:lnTo>
                  <a:lnTo>
                    <a:pt x="20582" y="9854"/>
                  </a:lnTo>
                  <a:lnTo>
                    <a:pt x="20720" y="9771"/>
                  </a:lnTo>
                  <a:lnTo>
                    <a:pt x="20868" y="9679"/>
                  </a:lnTo>
                  <a:lnTo>
                    <a:pt x="20983" y="9566"/>
                  </a:lnTo>
                  <a:lnTo>
                    <a:pt x="21074" y="9483"/>
                  </a:lnTo>
                  <a:lnTo>
                    <a:pt x="21131" y="9401"/>
                  </a:lnTo>
                  <a:lnTo>
                    <a:pt x="21154" y="9381"/>
                  </a:lnTo>
                  <a:lnTo>
                    <a:pt x="21143" y="9391"/>
                  </a:lnTo>
                  <a:lnTo>
                    <a:pt x="21108" y="9411"/>
                  </a:lnTo>
                  <a:lnTo>
                    <a:pt x="21063" y="9463"/>
                  </a:lnTo>
                  <a:lnTo>
                    <a:pt x="21005" y="9494"/>
                  </a:lnTo>
                  <a:lnTo>
                    <a:pt x="20937" y="9525"/>
                  </a:lnTo>
                  <a:lnTo>
                    <a:pt x="20834" y="9555"/>
                  </a:lnTo>
                  <a:lnTo>
                    <a:pt x="20742" y="9555"/>
                  </a:lnTo>
                  <a:lnTo>
                    <a:pt x="20628" y="9545"/>
                  </a:lnTo>
                  <a:lnTo>
                    <a:pt x="20571" y="9525"/>
                  </a:lnTo>
                  <a:lnTo>
                    <a:pt x="20502" y="9494"/>
                  </a:lnTo>
                  <a:lnTo>
                    <a:pt x="20445" y="9432"/>
                  </a:lnTo>
                  <a:lnTo>
                    <a:pt x="20376" y="9381"/>
                  </a:lnTo>
                  <a:lnTo>
                    <a:pt x="20296" y="9319"/>
                  </a:lnTo>
                  <a:lnTo>
                    <a:pt x="20228" y="9237"/>
                  </a:lnTo>
                  <a:lnTo>
                    <a:pt x="20136" y="9165"/>
                  </a:lnTo>
                  <a:lnTo>
                    <a:pt x="20056" y="9082"/>
                  </a:lnTo>
                  <a:lnTo>
                    <a:pt x="20102" y="9113"/>
                  </a:lnTo>
                  <a:lnTo>
                    <a:pt x="20159" y="9134"/>
                  </a:lnTo>
                  <a:lnTo>
                    <a:pt x="20205" y="9154"/>
                  </a:lnTo>
                  <a:lnTo>
                    <a:pt x="20251" y="9165"/>
                  </a:lnTo>
                  <a:lnTo>
                    <a:pt x="20434" y="9185"/>
                  </a:lnTo>
                  <a:lnTo>
                    <a:pt x="20651" y="9165"/>
                  </a:lnTo>
                  <a:lnTo>
                    <a:pt x="20868" y="9123"/>
                  </a:lnTo>
                  <a:lnTo>
                    <a:pt x="21085" y="9062"/>
                  </a:lnTo>
                  <a:lnTo>
                    <a:pt x="21280" y="8990"/>
                  </a:lnTo>
                  <a:lnTo>
                    <a:pt x="21451" y="8938"/>
                  </a:lnTo>
                  <a:lnTo>
                    <a:pt x="21566" y="8887"/>
                  </a:lnTo>
                  <a:lnTo>
                    <a:pt x="21600" y="8866"/>
                  </a:lnTo>
                  <a:lnTo>
                    <a:pt x="21577" y="8866"/>
                  </a:lnTo>
                  <a:lnTo>
                    <a:pt x="21486" y="8866"/>
                  </a:lnTo>
                  <a:lnTo>
                    <a:pt x="21371" y="8877"/>
                  </a:lnTo>
                  <a:lnTo>
                    <a:pt x="21223" y="8877"/>
                  </a:lnTo>
                  <a:lnTo>
                    <a:pt x="21063" y="8877"/>
                  </a:lnTo>
                  <a:lnTo>
                    <a:pt x="20902" y="8866"/>
                  </a:lnTo>
                  <a:lnTo>
                    <a:pt x="20765" y="8846"/>
                  </a:lnTo>
                  <a:lnTo>
                    <a:pt x="20628" y="8825"/>
                  </a:lnTo>
                  <a:lnTo>
                    <a:pt x="20571" y="8805"/>
                  </a:lnTo>
                  <a:lnTo>
                    <a:pt x="20502" y="8774"/>
                  </a:lnTo>
                  <a:lnTo>
                    <a:pt x="20445" y="8722"/>
                  </a:lnTo>
                  <a:lnTo>
                    <a:pt x="20376" y="8661"/>
                  </a:lnTo>
                  <a:lnTo>
                    <a:pt x="20296" y="8599"/>
                  </a:lnTo>
                  <a:lnTo>
                    <a:pt x="20228" y="8527"/>
                  </a:lnTo>
                  <a:lnTo>
                    <a:pt x="20136" y="8445"/>
                  </a:lnTo>
                  <a:lnTo>
                    <a:pt x="20056" y="8362"/>
                  </a:lnTo>
                  <a:lnTo>
                    <a:pt x="20102" y="8383"/>
                  </a:lnTo>
                  <a:lnTo>
                    <a:pt x="20159" y="8414"/>
                  </a:lnTo>
                  <a:lnTo>
                    <a:pt x="20205" y="8434"/>
                  </a:lnTo>
                  <a:lnTo>
                    <a:pt x="20251" y="8445"/>
                  </a:lnTo>
                  <a:lnTo>
                    <a:pt x="20434" y="8465"/>
                  </a:lnTo>
                  <a:lnTo>
                    <a:pt x="20651" y="8445"/>
                  </a:lnTo>
                  <a:lnTo>
                    <a:pt x="20868" y="8403"/>
                  </a:lnTo>
                  <a:lnTo>
                    <a:pt x="21085" y="8342"/>
                  </a:lnTo>
                  <a:lnTo>
                    <a:pt x="21280" y="8270"/>
                  </a:lnTo>
                  <a:lnTo>
                    <a:pt x="21451" y="8218"/>
                  </a:lnTo>
                  <a:lnTo>
                    <a:pt x="21566" y="8167"/>
                  </a:lnTo>
                  <a:lnTo>
                    <a:pt x="21600" y="8146"/>
                  </a:lnTo>
                  <a:lnTo>
                    <a:pt x="21577" y="8146"/>
                  </a:lnTo>
                  <a:lnTo>
                    <a:pt x="21486" y="8157"/>
                  </a:lnTo>
                  <a:lnTo>
                    <a:pt x="21371" y="8157"/>
                  </a:lnTo>
                  <a:lnTo>
                    <a:pt x="21223" y="8157"/>
                  </a:lnTo>
                  <a:lnTo>
                    <a:pt x="21063" y="8157"/>
                  </a:lnTo>
                  <a:lnTo>
                    <a:pt x="20902" y="8146"/>
                  </a:lnTo>
                  <a:lnTo>
                    <a:pt x="20765" y="8136"/>
                  </a:lnTo>
                  <a:lnTo>
                    <a:pt x="20628" y="8115"/>
                  </a:lnTo>
                  <a:lnTo>
                    <a:pt x="20571" y="8095"/>
                  </a:lnTo>
                  <a:lnTo>
                    <a:pt x="20502" y="8064"/>
                  </a:lnTo>
                  <a:lnTo>
                    <a:pt x="20445" y="8002"/>
                  </a:lnTo>
                  <a:lnTo>
                    <a:pt x="20376" y="7951"/>
                  </a:lnTo>
                  <a:lnTo>
                    <a:pt x="20296" y="7889"/>
                  </a:lnTo>
                  <a:lnTo>
                    <a:pt x="20228" y="7807"/>
                  </a:lnTo>
                  <a:lnTo>
                    <a:pt x="20136" y="7735"/>
                  </a:lnTo>
                  <a:lnTo>
                    <a:pt x="20056" y="7653"/>
                  </a:lnTo>
                  <a:lnTo>
                    <a:pt x="20102" y="7673"/>
                  </a:lnTo>
                  <a:lnTo>
                    <a:pt x="20159" y="7704"/>
                  </a:lnTo>
                  <a:lnTo>
                    <a:pt x="20205" y="7714"/>
                  </a:lnTo>
                  <a:lnTo>
                    <a:pt x="20251" y="7735"/>
                  </a:lnTo>
                  <a:lnTo>
                    <a:pt x="20434" y="7755"/>
                  </a:lnTo>
                  <a:lnTo>
                    <a:pt x="20651" y="7735"/>
                  </a:lnTo>
                  <a:lnTo>
                    <a:pt x="20868" y="7694"/>
                  </a:lnTo>
                  <a:lnTo>
                    <a:pt x="21085" y="7632"/>
                  </a:lnTo>
                  <a:lnTo>
                    <a:pt x="21280" y="7560"/>
                  </a:lnTo>
                  <a:lnTo>
                    <a:pt x="21451" y="7498"/>
                  </a:lnTo>
                  <a:lnTo>
                    <a:pt x="21566" y="7457"/>
                  </a:lnTo>
                  <a:lnTo>
                    <a:pt x="21600" y="7437"/>
                  </a:lnTo>
                  <a:lnTo>
                    <a:pt x="21577" y="7437"/>
                  </a:lnTo>
                  <a:lnTo>
                    <a:pt x="21486" y="7437"/>
                  </a:lnTo>
                  <a:lnTo>
                    <a:pt x="21371" y="7447"/>
                  </a:lnTo>
                  <a:lnTo>
                    <a:pt x="21223" y="7447"/>
                  </a:lnTo>
                  <a:lnTo>
                    <a:pt x="21063" y="7437"/>
                  </a:lnTo>
                  <a:lnTo>
                    <a:pt x="20902" y="7437"/>
                  </a:lnTo>
                  <a:lnTo>
                    <a:pt x="20765" y="7416"/>
                  </a:lnTo>
                  <a:lnTo>
                    <a:pt x="20628" y="7395"/>
                  </a:lnTo>
                  <a:lnTo>
                    <a:pt x="20571" y="7375"/>
                  </a:lnTo>
                  <a:lnTo>
                    <a:pt x="20502" y="7344"/>
                  </a:lnTo>
                  <a:lnTo>
                    <a:pt x="20445" y="7293"/>
                  </a:lnTo>
                  <a:lnTo>
                    <a:pt x="20376" y="7231"/>
                  </a:lnTo>
                  <a:lnTo>
                    <a:pt x="20296" y="7169"/>
                  </a:lnTo>
                  <a:lnTo>
                    <a:pt x="20228" y="7097"/>
                  </a:lnTo>
                  <a:lnTo>
                    <a:pt x="20136" y="7015"/>
                  </a:lnTo>
                  <a:lnTo>
                    <a:pt x="20056" y="6933"/>
                  </a:lnTo>
                  <a:lnTo>
                    <a:pt x="20102" y="6953"/>
                  </a:lnTo>
                  <a:lnTo>
                    <a:pt x="20159" y="6984"/>
                  </a:lnTo>
                  <a:lnTo>
                    <a:pt x="20205" y="7005"/>
                  </a:lnTo>
                  <a:lnTo>
                    <a:pt x="20251" y="7015"/>
                  </a:lnTo>
                  <a:lnTo>
                    <a:pt x="20434" y="7035"/>
                  </a:lnTo>
                  <a:lnTo>
                    <a:pt x="20651" y="7015"/>
                  </a:lnTo>
                  <a:lnTo>
                    <a:pt x="20868" y="6963"/>
                  </a:lnTo>
                  <a:lnTo>
                    <a:pt x="21085" y="6912"/>
                  </a:lnTo>
                  <a:lnTo>
                    <a:pt x="21280" y="6840"/>
                  </a:lnTo>
                  <a:lnTo>
                    <a:pt x="21451" y="6778"/>
                  </a:lnTo>
                  <a:lnTo>
                    <a:pt x="21566" y="6737"/>
                  </a:lnTo>
                  <a:lnTo>
                    <a:pt x="21600" y="6717"/>
                  </a:lnTo>
                  <a:lnTo>
                    <a:pt x="21577" y="6717"/>
                  </a:lnTo>
                  <a:lnTo>
                    <a:pt x="21486" y="6727"/>
                  </a:lnTo>
                  <a:lnTo>
                    <a:pt x="21371" y="6727"/>
                  </a:lnTo>
                  <a:lnTo>
                    <a:pt x="21223" y="6727"/>
                  </a:lnTo>
                  <a:lnTo>
                    <a:pt x="21063" y="6727"/>
                  </a:lnTo>
                  <a:lnTo>
                    <a:pt x="20902" y="6717"/>
                  </a:lnTo>
                  <a:lnTo>
                    <a:pt x="20765" y="6706"/>
                  </a:lnTo>
                  <a:lnTo>
                    <a:pt x="20628" y="6686"/>
                  </a:lnTo>
                  <a:lnTo>
                    <a:pt x="20571" y="6665"/>
                  </a:lnTo>
                  <a:lnTo>
                    <a:pt x="20502" y="6634"/>
                  </a:lnTo>
                  <a:lnTo>
                    <a:pt x="20445" y="6573"/>
                  </a:lnTo>
                  <a:lnTo>
                    <a:pt x="20376" y="6521"/>
                  </a:lnTo>
                  <a:lnTo>
                    <a:pt x="20296" y="6459"/>
                  </a:lnTo>
                  <a:lnTo>
                    <a:pt x="20228" y="6377"/>
                  </a:lnTo>
                  <a:lnTo>
                    <a:pt x="20136" y="6305"/>
                  </a:lnTo>
                  <a:lnTo>
                    <a:pt x="20056" y="6223"/>
                  </a:lnTo>
                  <a:lnTo>
                    <a:pt x="20102" y="6243"/>
                  </a:lnTo>
                  <a:lnTo>
                    <a:pt x="20159" y="6264"/>
                  </a:lnTo>
                  <a:lnTo>
                    <a:pt x="20205" y="6285"/>
                  </a:lnTo>
                  <a:lnTo>
                    <a:pt x="20251" y="6305"/>
                  </a:lnTo>
                  <a:lnTo>
                    <a:pt x="20434" y="6315"/>
                  </a:lnTo>
                  <a:lnTo>
                    <a:pt x="20651" y="6285"/>
                  </a:lnTo>
                  <a:lnTo>
                    <a:pt x="20868" y="6202"/>
                  </a:lnTo>
                  <a:lnTo>
                    <a:pt x="21085" y="6110"/>
                  </a:lnTo>
                  <a:lnTo>
                    <a:pt x="21280" y="5997"/>
                  </a:lnTo>
                  <a:lnTo>
                    <a:pt x="21451" y="5904"/>
                  </a:lnTo>
                  <a:lnTo>
                    <a:pt x="21566" y="5832"/>
                  </a:lnTo>
                  <a:lnTo>
                    <a:pt x="21600" y="5811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5" name="Shape"/>
            <p:cNvSpPr/>
            <p:nvPr/>
          </p:nvSpPr>
          <p:spPr>
            <a:xfrm>
              <a:off x="649287" y="136525"/>
              <a:ext cx="373063" cy="506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92" y="813"/>
                  </a:moveTo>
                  <a:lnTo>
                    <a:pt x="15877" y="880"/>
                  </a:lnTo>
                  <a:lnTo>
                    <a:pt x="15508" y="1016"/>
                  </a:lnTo>
                  <a:lnTo>
                    <a:pt x="15092" y="1219"/>
                  </a:lnTo>
                  <a:lnTo>
                    <a:pt x="14815" y="1490"/>
                  </a:lnTo>
                  <a:lnTo>
                    <a:pt x="14538" y="1794"/>
                  </a:lnTo>
                  <a:lnTo>
                    <a:pt x="14308" y="2133"/>
                  </a:lnTo>
                  <a:lnTo>
                    <a:pt x="14215" y="2438"/>
                  </a:lnTo>
                  <a:lnTo>
                    <a:pt x="14169" y="2776"/>
                  </a:lnTo>
                  <a:lnTo>
                    <a:pt x="14215" y="3047"/>
                  </a:lnTo>
                  <a:lnTo>
                    <a:pt x="14308" y="3352"/>
                  </a:lnTo>
                  <a:lnTo>
                    <a:pt x="14492" y="3589"/>
                  </a:lnTo>
                  <a:lnTo>
                    <a:pt x="14769" y="3826"/>
                  </a:lnTo>
                  <a:lnTo>
                    <a:pt x="15092" y="3995"/>
                  </a:lnTo>
                  <a:lnTo>
                    <a:pt x="15462" y="4130"/>
                  </a:lnTo>
                  <a:lnTo>
                    <a:pt x="15831" y="4198"/>
                  </a:lnTo>
                  <a:lnTo>
                    <a:pt x="16246" y="4232"/>
                  </a:lnTo>
                  <a:lnTo>
                    <a:pt x="16615" y="4198"/>
                  </a:lnTo>
                  <a:lnTo>
                    <a:pt x="17031" y="4130"/>
                  </a:lnTo>
                  <a:lnTo>
                    <a:pt x="17354" y="3995"/>
                  </a:lnTo>
                  <a:lnTo>
                    <a:pt x="17631" y="3826"/>
                  </a:lnTo>
                  <a:lnTo>
                    <a:pt x="17908" y="3589"/>
                  </a:lnTo>
                  <a:lnTo>
                    <a:pt x="18092" y="3352"/>
                  </a:lnTo>
                  <a:lnTo>
                    <a:pt x="18185" y="3047"/>
                  </a:lnTo>
                  <a:lnTo>
                    <a:pt x="18231" y="2776"/>
                  </a:lnTo>
                  <a:lnTo>
                    <a:pt x="18231" y="2675"/>
                  </a:lnTo>
                  <a:lnTo>
                    <a:pt x="18231" y="2539"/>
                  </a:lnTo>
                  <a:lnTo>
                    <a:pt x="18185" y="2438"/>
                  </a:lnTo>
                  <a:lnTo>
                    <a:pt x="18185" y="2336"/>
                  </a:lnTo>
                  <a:lnTo>
                    <a:pt x="18738" y="3081"/>
                  </a:lnTo>
                  <a:lnTo>
                    <a:pt x="19246" y="3927"/>
                  </a:lnTo>
                  <a:lnTo>
                    <a:pt x="19708" y="4774"/>
                  </a:lnTo>
                  <a:lnTo>
                    <a:pt x="20077" y="5688"/>
                  </a:lnTo>
                  <a:lnTo>
                    <a:pt x="20400" y="6636"/>
                  </a:lnTo>
                  <a:lnTo>
                    <a:pt x="20585" y="7618"/>
                  </a:lnTo>
                  <a:lnTo>
                    <a:pt x="20723" y="8667"/>
                  </a:lnTo>
                  <a:lnTo>
                    <a:pt x="20769" y="9717"/>
                  </a:lnTo>
                  <a:lnTo>
                    <a:pt x="20723" y="10834"/>
                  </a:lnTo>
                  <a:lnTo>
                    <a:pt x="20585" y="11883"/>
                  </a:lnTo>
                  <a:lnTo>
                    <a:pt x="20354" y="12933"/>
                  </a:lnTo>
                  <a:lnTo>
                    <a:pt x="19985" y="13949"/>
                  </a:lnTo>
                  <a:lnTo>
                    <a:pt x="19615" y="14930"/>
                  </a:lnTo>
                  <a:lnTo>
                    <a:pt x="19108" y="15811"/>
                  </a:lnTo>
                  <a:lnTo>
                    <a:pt x="18508" y="16657"/>
                  </a:lnTo>
                  <a:lnTo>
                    <a:pt x="17908" y="17436"/>
                  </a:lnTo>
                  <a:lnTo>
                    <a:pt x="17215" y="18147"/>
                  </a:lnTo>
                  <a:lnTo>
                    <a:pt x="16477" y="18756"/>
                  </a:lnTo>
                  <a:lnTo>
                    <a:pt x="15646" y="19298"/>
                  </a:lnTo>
                  <a:lnTo>
                    <a:pt x="14815" y="19772"/>
                  </a:lnTo>
                  <a:lnTo>
                    <a:pt x="13892" y="20144"/>
                  </a:lnTo>
                  <a:lnTo>
                    <a:pt x="12923" y="20415"/>
                  </a:lnTo>
                  <a:lnTo>
                    <a:pt x="11954" y="20550"/>
                  </a:lnTo>
                  <a:lnTo>
                    <a:pt x="10985" y="20652"/>
                  </a:lnTo>
                  <a:lnTo>
                    <a:pt x="9969" y="20550"/>
                  </a:lnTo>
                  <a:lnTo>
                    <a:pt x="9000" y="20415"/>
                  </a:lnTo>
                  <a:lnTo>
                    <a:pt x="8031" y="20144"/>
                  </a:lnTo>
                  <a:lnTo>
                    <a:pt x="7154" y="19772"/>
                  </a:lnTo>
                  <a:lnTo>
                    <a:pt x="6323" y="19298"/>
                  </a:lnTo>
                  <a:lnTo>
                    <a:pt x="5492" y="18756"/>
                  </a:lnTo>
                  <a:lnTo>
                    <a:pt x="4754" y="18147"/>
                  </a:lnTo>
                  <a:lnTo>
                    <a:pt x="4062" y="17436"/>
                  </a:lnTo>
                  <a:lnTo>
                    <a:pt x="3415" y="16657"/>
                  </a:lnTo>
                  <a:lnTo>
                    <a:pt x="2862" y="15811"/>
                  </a:lnTo>
                  <a:lnTo>
                    <a:pt x="2400" y="14930"/>
                  </a:lnTo>
                  <a:lnTo>
                    <a:pt x="1938" y="13949"/>
                  </a:lnTo>
                  <a:lnTo>
                    <a:pt x="1662" y="12933"/>
                  </a:lnTo>
                  <a:lnTo>
                    <a:pt x="1431" y="11883"/>
                  </a:lnTo>
                  <a:lnTo>
                    <a:pt x="1246" y="10834"/>
                  </a:lnTo>
                  <a:lnTo>
                    <a:pt x="1200" y="9717"/>
                  </a:lnTo>
                  <a:lnTo>
                    <a:pt x="1246" y="8396"/>
                  </a:lnTo>
                  <a:lnTo>
                    <a:pt x="1477" y="7144"/>
                  </a:lnTo>
                  <a:lnTo>
                    <a:pt x="1800" y="5959"/>
                  </a:lnTo>
                  <a:lnTo>
                    <a:pt x="2262" y="4841"/>
                  </a:lnTo>
                  <a:lnTo>
                    <a:pt x="2769" y="3792"/>
                  </a:lnTo>
                  <a:lnTo>
                    <a:pt x="3415" y="2810"/>
                  </a:lnTo>
                  <a:lnTo>
                    <a:pt x="4154" y="1896"/>
                  </a:lnTo>
                  <a:lnTo>
                    <a:pt x="4938" y="1117"/>
                  </a:lnTo>
                  <a:lnTo>
                    <a:pt x="3877" y="1930"/>
                  </a:lnTo>
                  <a:lnTo>
                    <a:pt x="2954" y="2912"/>
                  </a:lnTo>
                  <a:lnTo>
                    <a:pt x="2077" y="3961"/>
                  </a:lnTo>
                  <a:lnTo>
                    <a:pt x="1385" y="5112"/>
                  </a:lnTo>
                  <a:lnTo>
                    <a:pt x="785" y="6365"/>
                  </a:lnTo>
                  <a:lnTo>
                    <a:pt x="323" y="7685"/>
                  </a:lnTo>
                  <a:lnTo>
                    <a:pt x="92" y="9107"/>
                  </a:lnTo>
                  <a:lnTo>
                    <a:pt x="0" y="10529"/>
                  </a:lnTo>
                  <a:lnTo>
                    <a:pt x="92" y="12053"/>
                  </a:lnTo>
                  <a:lnTo>
                    <a:pt x="369" y="13508"/>
                  </a:lnTo>
                  <a:lnTo>
                    <a:pt x="877" y="14930"/>
                  </a:lnTo>
                  <a:lnTo>
                    <a:pt x="1523" y="16217"/>
                  </a:lnTo>
                  <a:lnTo>
                    <a:pt x="2308" y="17436"/>
                  </a:lnTo>
                  <a:lnTo>
                    <a:pt x="3231" y="18519"/>
                  </a:lnTo>
                  <a:lnTo>
                    <a:pt x="4292" y="19501"/>
                  </a:lnTo>
                  <a:lnTo>
                    <a:pt x="5492" y="20313"/>
                  </a:lnTo>
                  <a:lnTo>
                    <a:pt x="6092" y="20584"/>
                  </a:lnTo>
                  <a:lnTo>
                    <a:pt x="6646" y="20855"/>
                  </a:lnTo>
                  <a:lnTo>
                    <a:pt x="7292" y="21058"/>
                  </a:lnTo>
                  <a:lnTo>
                    <a:pt x="7938" y="21295"/>
                  </a:lnTo>
                  <a:lnTo>
                    <a:pt x="8585" y="21431"/>
                  </a:lnTo>
                  <a:lnTo>
                    <a:pt x="9277" y="21532"/>
                  </a:lnTo>
                  <a:lnTo>
                    <a:pt x="9877" y="21566"/>
                  </a:lnTo>
                  <a:lnTo>
                    <a:pt x="10569" y="21600"/>
                  </a:lnTo>
                  <a:lnTo>
                    <a:pt x="11723" y="21532"/>
                  </a:lnTo>
                  <a:lnTo>
                    <a:pt x="12785" y="21397"/>
                  </a:lnTo>
                  <a:lnTo>
                    <a:pt x="13892" y="21092"/>
                  </a:lnTo>
                  <a:lnTo>
                    <a:pt x="14862" y="20720"/>
                  </a:lnTo>
                  <a:lnTo>
                    <a:pt x="15831" y="20246"/>
                  </a:lnTo>
                  <a:lnTo>
                    <a:pt x="16754" y="19704"/>
                  </a:lnTo>
                  <a:lnTo>
                    <a:pt x="17585" y="19061"/>
                  </a:lnTo>
                  <a:lnTo>
                    <a:pt x="18369" y="18282"/>
                  </a:lnTo>
                  <a:lnTo>
                    <a:pt x="19108" y="17503"/>
                  </a:lnTo>
                  <a:lnTo>
                    <a:pt x="19754" y="16657"/>
                  </a:lnTo>
                  <a:lnTo>
                    <a:pt x="20308" y="15709"/>
                  </a:lnTo>
                  <a:lnTo>
                    <a:pt x="20723" y="14727"/>
                  </a:lnTo>
                  <a:lnTo>
                    <a:pt x="21138" y="13712"/>
                  </a:lnTo>
                  <a:lnTo>
                    <a:pt x="21369" y="12628"/>
                  </a:lnTo>
                  <a:lnTo>
                    <a:pt x="21554" y="11511"/>
                  </a:lnTo>
                  <a:lnTo>
                    <a:pt x="21600" y="10360"/>
                  </a:lnTo>
                  <a:lnTo>
                    <a:pt x="21554" y="9175"/>
                  </a:lnTo>
                  <a:lnTo>
                    <a:pt x="21369" y="7990"/>
                  </a:lnTo>
                  <a:lnTo>
                    <a:pt x="21092" y="6873"/>
                  </a:lnTo>
                  <a:lnTo>
                    <a:pt x="20677" y="5823"/>
                  </a:lnTo>
                  <a:lnTo>
                    <a:pt x="20169" y="4774"/>
                  </a:lnTo>
                  <a:lnTo>
                    <a:pt x="19569" y="3860"/>
                  </a:lnTo>
                  <a:lnTo>
                    <a:pt x="18877" y="2945"/>
                  </a:lnTo>
                  <a:lnTo>
                    <a:pt x="18092" y="2167"/>
                  </a:lnTo>
                  <a:lnTo>
                    <a:pt x="18046" y="2065"/>
                  </a:lnTo>
                  <a:lnTo>
                    <a:pt x="18000" y="1930"/>
                  </a:lnTo>
                  <a:lnTo>
                    <a:pt x="17908" y="1828"/>
                  </a:lnTo>
                  <a:lnTo>
                    <a:pt x="17862" y="1727"/>
                  </a:lnTo>
                  <a:lnTo>
                    <a:pt x="17908" y="1557"/>
                  </a:lnTo>
                  <a:lnTo>
                    <a:pt x="17908" y="1354"/>
                  </a:lnTo>
                  <a:lnTo>
                    <a:pt x="17954" y="1185"/>
                  </a:lnTo>
                  <a:lnTo>
                    <a:pt x="17954" y="982"/>
                  </a:lnTo>
                  <a:lnTo>
                    <a:pt x="17723" y="813"/>
                  </a:lnTo>
                  <a:lnTo>
                    <a:pt x="17538" y="711"/>
                  </a:lnTo>
                  <a:lnTo>
                    <a:pt x="17308" y="576"/>
                  </a:lnTo>
                  <a:lnTo>
                    <a:pt x="17123" y="474"/>
                  </a:lnTo>
                  <a:lnTo>
                    <a:pt x="16846" y="339"/>
                  </a:lnTo>
                  <a:lnTo>
                    <a:pt x="16662" y="203"/>
                  </a:lnTo>
                  <a:lnTo>
                    <a:pt x="16431" y="102"/>
                  </a:lnTo>
                  <a:lnTo>
                    <a:pt x="16154" y="0"/>
                  </a:lnTo>
                  <a:lnTo>
                    <a:pt x="16338" y="305"/>
                  </a:lnTo>
                  <a:lnTo>
                    <a:pt x="16477" y="542"/>
                  </a:lnTo>
                  <a:lnTo>
                    <a:pt x="16523" y="711"/>
                  </a:lnTo>
                  <a:lnTo>
                    <a:pt x="16569" y="880"/>
                  </a:lnTo>
                  <a:lnTo>
                    <a:pt x="16523" y="813"/>
                  </a:lnTo>
                  <a:lnTo>
                    <a:pt x="16431" y="813"/>
                  </a:lnTo>
                  <a:lnTo>
                    <a:pt x="16385" y="813"/>
                  </a:lnTo>
                  <a:lnTo>
                    <a:pt x="16292" y="81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6" name="Shape"/>
            <p:cNvSpPr/>
            <p:nvPr/>
          </p:nvSpPr>
          <p:spPr>
            <a:xfrm>
              <a:off x="152400" y="30162"/>
              <a:ext cx="1139825" cy="12715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10" y="11763"/>
                  </a:moveTo>
                  <a:lnTo>
                    <a:pt x="21435" y="11669"/>
                  </a:lnTo>
                  <a:lnTo>
                    <a:pt x="21344" y="11561"/>
                  </a:lnTo>
                  <a:lnTo>
                    <a:pt x="21224" y="11480"/>
                  </a:lnTo>
                  <a:lnTo>
                    <a:pt x="21089" y="11413"/>
                  </a:lnTo>
                  <a:lnTo>
                    <a:pt x="20923" y="11346"/>
                  </a:lnTo>
                  <a:lnTo>
                    <a:pt x="20743" y="11305"/>
                  </a:lnTo>
                  <a:lnTo>
                    <a:pt x="20532" y="11265"/>
                  </a:lnTo>
                  <a:lnTo>
                    <a:pt x="20336" y="11251"/>
                  </a:lnTo>
                  <a:lnTo>
                    <a:pt x="19735" y="11224"/>
                  </a:lnTo>
                  <a:lnTo>
                    <a:pt x="19750" y="11211"/>
                  </a:lnTo>
                  <a:lnTo>
                    <a:pt x="19599" y="11251"/>
                  </a:lnTo>
                  <a:lnTo>
                    <a:pt x="19434" y="11305"/>
                  </a:lnTo>
                  <a:lnTo>
                    <a:pt x="19269" y="11359"/>
                  </a:lnTo>
                  <a:lnTo>
                    <a:pt x="19118" y="11440"/>
                  </a:lnTo>
                  <a:lnTo>
                    <a:pt x="18953" y="11507"/>
                  </a:lnTo>
                  <a:lnTo>
                    <a:pt x="18817" y="11588"/>
                  </a:lnTo>
                  <a:lnTo>
                    <a:pt x="18652" y="11683"/>
                  </a:lnTo>
                  <a:lnTo>
                    <a:pt x="18501" y="11777"/>
                  </a:lnTo>
                  <a:lnTo>
                    <a:pt x="18186" y="12019"/>
                  </a:lnTo>
                  <a:lnTo>
                    <a:pt x="17930" y="12235"/>
                  </a:lnTo>
                  <a:lnTo>
                    <a:pt x="17734" y="12424"/>
                  </a:lnTo>
                  <a:lnTo>
                    <a:pt x="17584" y="12572"/>
                  </a:lnTo>
                  <a:lnTo>
                    <a:pt x="17464" y="12680"/>
                  </a:lnTo>
                  <a:lnTo>
                    <a:pt x="17403" y="12747"/>
                  </a:lnTo>
                  <a:lnTo>
                    <a:pt x="17373" y="12814"/>
                  </a:lnTo>
                  <a:lnTo>
                    <a:pt x="17358" y="12828"/>
                  </a:lnTo>
                  <a:lnTo>
                    <a:pt x="16726" y="12612"/>
                  </a:lnTo>
                  <a:lnTo>
                    <a:pt x="16757" y="12599"/>
                  </a:lnTo>
                  <a:lnTo>
                    <a:pt x="16787" y="12545"/>
                  </a:lnTo>
                  <a:lnTo>
                    <a:pt x="16847" y="12478"/>
                  </a:lnTo>
                  <a:lnTo>
                    <a:pt x="16937" y="12370"/>
                  </a:lnTo>
                  <a:lnTo>
                    <a:pt x="17057" y="12222"/>
                  </a:lnTo>
                  <a:lnTo>
                    <a:pt x="17208" y="12019"/>
                  </a:lnTo>
                  <a:lnTo>
                    <a:pt x="17418" y="11790"/>
                  </a:lnTo>
                  <a:lnTo>
                    <a:pt x="17659" y="11507"/>
                  </a:lnTo>
                  <a:lnTo>
                    <a:pt x="17885" y="11103"/>
                  </a:lnTo>
                  <a:lnTo>
                    <a:pt x="18065" y="10564"/>
                  </a:lnTo>
                  <a:lnTo>
                    <a:pt x="18170" y="9931"/>
                  </a:lnTo>
                  <a:lnTo>
                    <a:pt x="18231" y="9284"/>
                  </a:lnTo>
                  <a:lnTo>
                    <a:pt x="18261" y="8678"/>
                  </a:lnTo>
                  <a:lnTo>
                    <a:pt x="18291" y="8179"/>
                  </a:lnTo>
                  <a:lnTo>
                    <a:pt x="18291" y="7815"/>
                  </a:lnTo>
                  <a:lnTo>
                    <a:pt x="18291" y="7681"/>
                  </a:lnTo>
                  <a:lnTo>
                    <a:pt x="18306" y="7681"/>
                  </a:lnTo>
                  <a:lnTo>
                    <a:pt x="18336" y="7667"/>
                  </a:lnTo>
                  <a:lnTo>
                    <a:pt x="18396" y="7640"/>
                  </a:lnTo>
                  <a:lnTo>
                    <a:pt x="18486" y="7586"/>
                  </a:lnTo>
                  <a:lnTo>
                    <a:pt x="18637" y="7505"/>
                  </a:lnTo>
                  <a:lnTo>
                    <a:pt x="18802" y="7357"/>
                  </a:lnTo>
                  <a:lnTo>
                    <a:pt x="19013" y="7169"/>
                  </a:lnTo>
                  <a:lnTo>
                    <a:pt x="19284" y="6913"/>
                  </a:lnTo>
                  <a:lnTo>
                    <a:pt x="19449" y="6737"/>
                  </a:lnTo>
                  <a:lnTo>
                    <a:pt x="19584" y="6562"/>
                  </a:lnTo>
                  <a:lnTo>
                    <a:pt x="19675" y="6374"/>
                  </a:lnTo>
                  <a:lnTo>
                    <a:pt x="19735" y="6198"/>
                  </a:lnTo>
                  <a:lnTo>
                    <a:pt x="19569" y="5781"/>
                  </a:lnTo>
                  <a:lnTo>
                    <a:pt x="19359" y="5376"/>
                  </a:lnTo>
                  <a:lnTo>
                    <a:pt x="19133" y="4986"/>
                  </a:lnTo>
                  <a:lnTo>
                    <a:pt x="18877" y="4581"/>
                  </a:lnTo>
                  <a:lnTo>
                    <a:pt x="18592" y="4204"/>
                  </a:lnTo>
                  <a:lnTo>
                    <a:pt x="18261" y="3840"/>
                  </a:lnTo>
                  <a:lnTo>
                    <a:pt x="17930" y="3490"/>
                  </a:lnTo>
                  <a:lnTo>
                    <a:pt x="17584" y="3153"/>
                  </a:lnTo>
                  <a:lnTo>
                    <a:pt x="17313" y="2911"/>
                  </a:lnTo>
                  <a:lnTo>
                    <a:pt x="17042" y="2681"/>
                  </a:lnTo>
                  <a:lnTo>
                    <a:pt x="16757" y="2452"/>
                  </a:lnTo>
                  <a:lnTo>
                    <a:pt x="16456" y="2223"/>
                  </a:lnTo>
                  <a:lnTo>
                    <a:pt x="16155" y="1994"/>
                  </a:lnTo>
                  <a:lnTo>
                    <a:pt x="15854" y="1792"/>
                  </a:lnTo>
                  <a:lnTo>
                    <a:pt x="15553" y="1577"/>
                  </a:lnTo>
                  <a:lnTo>
                    <a:pt x="15237" y="1388"/>
                  </a:lnTo>
                  <a:lnTo>
                    <a:pt x="15267" y="1603"/>
                  </a:lnTo>
                  <a:lnTo>
                    <a:pt x="15282" y="1806"/>
                  </a:lnTo>
                  <a:lnTo>
                    <a:pt x="15297" y="2008"/>
                  </a:lnTo>
                  <a:lnTo>
                    <a:pt x="15282" y="2196"/>
                  </a:lnTo>
                  <a:lnTo>
                    <a:pt x="15282" y="2277"/>
                  </a:lnTo>
                  <a:lnTo>
                    <a:pt x="15267" y="2345"/>
                  </a:lnTo>
                  <a:lnTo>
                    <a:pt x="15267" y="2425"/>
                  </a:lnTo>
                  <a:lnTo>
                    <a:pt x="15252" y="2493"/>
                  </a:lnTo>
                  <a:lnTo>
                    <a:pt x="15267" y="2533"/>
                  </a:lnTo>
                  <a:lnTo>
                    <a:pt x="15297" y="2574"/>
                  </a:lnTo>
                  <a:lnTo>
                    <a:pt x="15313" y="2628"/>
                  </a:lnTo>
                  <a:lnTo>
                    <a:pt x="15328" y="2668"/>
                  </a:lnTo>
                  <a:lnTo>
                    <a:pt x="15583" y="2978"/>
                  </a:lnTo>
                  <a:lnTo>
                    <a:pt x="15809" y="3342"/>
                  </a:lnTo>
                  <a:lnTo>
                    <a:pt x="16004" y="3706"/>
                  </a:lnTo>
                  <a:lnTo>
                    <a:pt x="16170" y="4123"/>
                  </a:lnTo>
                  <a:lnTo>
                    <a:pt x="16305" y="4541"/>
                  </a:lnTo>
                  <a:lnTo>
                    <a:pt x="16396" y="4986"/>
                  </a:lnTo>
                  <a:lnTo>
                    <a:pt x="16456" y="5457"/>
                  </a:lnTo>
                  <a:lnTo>
                    <a:pt x="16471" y="5929"/>
                  </a:lnTo>
                  <a:lnTo>
                    <a:pt x="16456" y="6387"/>
                  </a:lnTo>
                  <a:lnTo>
                    <a:pt x="16396" y="6832"/>
                  </a:lnTo>
                  <a:lnTo>
                    <a:pt x="16320" y="7263"/>
                  </a:lnTo>
                  <a:lnTo>
                    <a:pt x="16185" y="7667"/>
                  </a:lnTo>
                  <a:lnTo>
                    <a:pt x="16050" y="8058"/>
                  </a:lnTo>
                  <a:lnTo>
                    <a:pt x="15869" y="8435"/>
                  </a:lnTo>
                  <a:lnTo>
                    <a:pt x="15658" y="8772"/>
                  </a:lnTo>
                  <a:lnTo>
                    <a:pt x="15418" y="9082"/>
                  </a:lnTo>
                  <a:lnTo>
                    <a:pt x="15162" y="9392"/>
                  </a:lnTo>
                  <a:lnTo>
                    <a:pt x="14891" y="9648"/>
                  </a:lnTo>
                  <a:lnTo>
                    <a:pt x="14591" y="9864"/>
                  </a:lnTo>
                  <a:lnTo>
                    <a:pt x="14275" y="10052"/>
                  </a:lnTo>
                  <a:lnTo>
                    <a:pt x="13959" y="10200"/>
                  </a:lnTo>
                  <a:lnTo>
                    <a:pt x="13598" y="10322"/>
                  </a:lnTo>
                  <a:lnTo>
                    <a:pt x="13252" y="10376"/>
                  </a:lnTo>
                  <a:lnTo>
                    <a:pt x="12876" y="10402"/>
                  </a:lnTo>
                  <a:lnTo>
                    <a:pt x="12650" y="10389"/>
                  </a:lnTo>
                  <a:lnTo>
                    <a:pt x="12455" y="10376"/>
                  </a:lnTo>
                  <a:lnTo>
                    <a:pt x="12229" y="10335"/>
                  </a:lnTo>
                  <a:lnTo>
                    <a:pt x="12018" y="10281"/>
                  </a:lnTo>
                  <a:lnTo>
                    <a:pt x="11808" y="10187"/>
                  </a:lnTo>
                  <a:lnTo>
                    <a:pt x="11597" y="10106"/>
                  </a:lnTo>
                  <a:lnTo>
                    <a:pt x="11417" y="9998"/>
                  </a:lnTo>
                  <a:lnTo>
                    <a:pt x="11221" y="9890"/>
                  </a:lnTo>
                  <a:lnTo>
                    <a:pt x="10815" y="9581"/>
                  </a:lnTo>
                  <a:lnTo>
                    <a:pt x="10454" y="9203"/>
                  </a:lnTo>
                  <a:lnTo>
                    <a:pt x="10138" y="8759"/>
                  </a:lnTo>
                  <a:lnTo>
                    <a:pt x="9837" y="8273"/>
                  </a:lnTo>
                  <a:lnTo>
                    <a:pt x="9627" y="7748"/>
                  </a:lnTo>
                  <a:lnTo>
                    <a:pt x="9461" y="7169"/>
                  </a:lnTo>
                  <a:lnTo>
                    <a:pt x="9341" y="6576"/>
                  </a:lnTo>
                  <a:lnTo>
                    <a:pt x="9311" y="5929"/>
                  </a:lnTo>
                  <a:lnTo>
                    <a:pt x="9371" y="5269"/>
                  </a:lnTo>
                  <a:lnTo>
                    <a:pt x="9476" y="4743"/>
                  </a:lnTo>
                  <a:lnTo>
                    <a:pt x="9672" y="4312"/>
                  </a:lnTo>
                  <a:lnTo>
                    <a:pt x="9897" y="3962"/>
                  </a:lnTo>
                  <a:lnTo>
                    <a:pt x="10153" y="3692"/>
                  </a:lnTo>
                  <a:lnTo>
                    <a:pt x="10424" y="3450"/>
                  </a:lnTo>
                  <a:lnTo>
                    <a:pt x="10680" y="3247"/>
                  </a:lnTo>
                  <a:lnTo>
                    <a:pt x="10935" y="3032"/>
                  </a:lnTo>
                  <a:lnTo>
                    <a:pt x="10875" y="3032"/>
                  </a:lnTo>
                  <a:lnTo>
                    <a:pt x="10875" y="2937"/>
                  </a:lnTo>
                  <a:lnTo>
                    <a:pt x="10920" y="2789"/>
                  </a:lnTo>
                  <a:lnTo>
                    <a:pt x="10981" y="2628"/>
                  </a:lnTo>
                  <a:lnTo>
                    <a:pt x="11026" y="2452"/>
                  </a:lnTo>
                  <a:lnTo>
                    <a:pt x="11071" y="2304"/>
                  </a:lnTo>
                  <a:lnTo>
                    <a:pt x="11086" y="2237"/>
                  </a:lnTo>
                  <a:lnTo>
                    <a:pt x="11041" y="2250"/>
                  </a:lnTo>
                  <a:lnTo>
                    <a:pt x="11281" y="2062"/>
                  </a:lnTo>
                  <a:lnTo>
                    <a:pt x="11537" y="1900"/>
                  </a:lnTo>
                  <a:lnTo>
                    <a:pt x="11793" y="1765"/>
                  </a:lnTo>
                  <a:lnTo>
                    <a:pt x="12048" y="1644"/>
                  </a:lnTo>
                  <a:lnTo>
                    <a:pt x="12334" y="1563"/>
                  </a:lnTo>
                  <a:lnTo>
                    <a:pt x="12605" y="1496"/>
                  </a:lnTo>
                  <a:lnTo>
                    <a:pt x="12891" y="1442"/>
                  </a:lnTo>
                  <a:lnTo>
                    <a:pt x="13207" y="1428"/>
                  </a:lnTo>
                  <a:lnTo>
                    <a:pt x="13402" y="1428"/>
                  </a:lnTo>
                  <a:lnTo>
                    <a:pt x="13598" y="1469"/>
                  </a:lnTo>
                  <a:lnTo>
                    <a:pt x="13793" y="1496"/>
                  </a:lnTo>
                  <a:lnTo>
                    <a:pt x="13989" y="1536"/>
                  </a:lnTo>
                  <a:lnTo>
                    <a:pt x="14154" y="1577"/>
                  </a:lnTo>
                  <a:lnTo>
                    <a:pt x="14350" y="1644"/>
                  </a:lnTo>
                  <a:lnTo>
                    <a:pt x="14530" y="1725"/>
                  </a:lnTo>
                  <a:lnTo>
                    <a:pt x="14696" y="1806"/>
                  </a:lnTo>
                  <a:lnTo>
                    <a:pt x="14636" y="1657"/>
                  </a:lnTo>
                  <a:lnTo>
                    <a:pt x="14545" y="1523"/>
                  </a:lnTo>
                  <a:lnTo>
                    <a:pt x="14440" y="1374"/>
                  </a:lnTo>
                  <a:lnTo>
                    <a:pt x="14320" y="1240"/>
                  </a:lnTo>
                  <a:lnTo>
                    <a:pt x="14184" y="1105"/>
                  </a:lnTo>
                  <a:lnTo>
                    <a:pt x="14034" y="1011"/>
                  </a:lnTo>
                  <a:lnTo>
                    <a:pt x="13838" y="930"/>
                  </a:lnTo>
                  <a:lnTo>
                    <a:pt x="13643" y="889"/>
                  </a:lnTo>
                  <a:lnTo>
                    <a:pt x="13342" y="889"/>
                  </a:lnTo>
                  <a:lnTo>
                    <a:pt x="13086" y="916"/>
                  </a:lnTo>
                  <a:lnTo>
                    <a:pt x="12876" y="970"/>
                  </a:lnTo>
                  <a:lnTo>
                    <a:pt x="12725" y="1038"/>
                  </a:lnTo>
                  <a:lnTo>
                    <a:pt x="12590" y="1091"/>
                  </a:lnTo>
                  <a:lnTo>
                    <a:pt x="12500" y="1145"/>
                  </a:lnTo>
                  <a:lnTo>
                    <a:pt x="12455" y="1186"/>
                  </a:lnTo>
                  <a:lnTo>
                    <a:pt x="12440" y="1199"/>
                  </a:lnTo>
                  <a:lnTo>
                    <a:pt x="11913" y="1051"/>
                  </a:lnTo>
                  <a:lnTo>
                    <a:pt x="11928" y="1038"/>
                  </a:lnTo>
                  <a:lnTo>
                    <a:pt x="11973" y="970"/>
                  </a:lnTo>
                  <a:lnTo>
                    <a:pt x="12048" y="889"/>
                  </a:lnTo>
                  <a:lnTo>
                    <a:pt x="12169" y="795"/>
                  </a:lnTo>
                  <a:lnTo>
                    <a:pt x="12289" y="687"/>
                  </a:lnTo>
                  <a:lnTo>
                    <a:pt x="12455" y="579"/>
                  </a:lnTo>
                  <a:lnTo>
                    <a:pt x="12635" y="458"/>
                  </a:lnTo>
                  <a:lnTo>
                    <a:pt x="12846" y="364"/>
                  </a:lnTo>
                  <a:lnTo>
                    <a:pt x="12560" y="269"/>
                  </a:lnTo>
                  <a:lnTo>
                    <a:pt x="12274" y="202"/>
                  </a:lnTo>
                  <a:lnTo>
                    <a:pt x="11988" y="148"/>
                  </a:lnTo>
                  <a:lnTo>
                    <a:pt x="11703" y="94"/>
                  </a:lnTo>
                  <a:lnTo>
                    <a:pt x="11402" y="54"/>
                  </a:lnTo>
                  <a:lnTo>
                    <a:pt x="11086" y="27"/>
                  </a:lnTo>
                  <a:lnTo>
                    <a:pt x="10785" y="0"/>
                  </a:lnTo>
                  <a:lnTo>
                    <a:pt x="10484" y="0"/>
                  </a:lnTo>
                  <a:lnTo>
                    <a:pt x="9943" y="13"/>
                  </a:lnTo>
                  <a:lnTo>
                    <a:pt x="9416" y="81"/>
                  </a:lnTo>
                  <a:lnTo>
                    <a:pt x="8875" y="148"/>
                  </a:lnTo>
                  <a:lnTo>
                    <a:pt x="8318" y="243"/>
                  </a:lnTo>
                  <a:lnTo>
                    <a:pt x="7777" y="391"/>
                  </a:lnTo>
                  <a:lnTo>
                    <a:pt x="7250" y="552"/>
                  </a:lnTo>
                  <a:lnTo>
                    <a:pt x="6724" y="728"/>
                  </a:lnTo>
                  <a:lnTo>
                    <a:pt x="6197" y="930"/>
                  </a:lnTo>
                  <a:lnTo>
                    <a:pt x="5686" y="1159"/>
                  </a:lnTo>
                  <a:lnTo>
                    <a:pt x="5189" y="1401"/>
                  </a:lnTo>
                  <a:lnTo>
                    <a:pt x="4708" y="1657"/>
                  </a:lnTo>
                  <a:lnTo>
                    <a:pt x="4242" y="1940"/>
                  </a:lnTo>
                  <a:lnTo>
                    <a:pt x="3821" y="2223"/>
                  </a:lnTo>
                  <a:lnTo>
                    <a:pt x="3384" y="2520"/>
                  </a:lnTo>
                  <a:lnTo>
                    <a:pt x="2993" y="2830"/>
                  </a:lnTo>
                  <a:lnTo>
                    <a:pt x="2617" y="3153"/>
                  </a:lnTo>
                  <a:lnTo>
                    <a:pt x="2316" y="3436"/>
                  </a:lnTo>
                  <a:lnTo>
                    <a:pt x="2031" y="3733"/>
                  </a:lnTo>
                  <a:lnTo>
                    <a:pt x="1760" y="4056"/>
                  </a:lnTo>
                  <a:lnTo>
                    <a:pt x="1504" y="4366"/>
                  </a:lnTo>
                  <a:lnTo>
                    <a:pt x="1264" y="4703"/>
                  </a:lnTo>
                  <a:lnTo>
                    <a:pt x="1053" y="5026"/>
                  </a:lnTo>
                  <a:lnTo>
                    <a:pt x="842" y="5363"/>
                  </a:lnTo>
                  <a:lnTo>
                    <a:pt x="662" y="5727"/>
                  </a:lnTo>
                  <a:lnTo>
                    <a:pt x="511" y="6064"/>
                  </a:lnTo>
                  <a:lnTo>
                    <a:pt x="376" y="6441"/>
                  </a:lnTo>
                  <a:lnTo>
                    <a:pt x="271" y="6805"/>
                  </a:lnTo>
                  <a:lnTo>
                    <a:pt x="165" y="7169"/>
                  </a:lnTo>
                  <a:lnTo>
                    <a:pt x="90" y="7546"/>
                  </a:lnTo>
                  <a:lnTo>
                    <a:pt x="45" y="7923"/>
                  </a:lnTo>
                  <a:lnTo>
                    <a:pt x="15" y="8300"/>
                  </a:lnTo>
                  <a:lnTo>
                    <a:pt x="0" y="8691"/>
                  </a:lnTo>
                  <a:lnTo>
                    <a:pt x="15" y="9190"/>
                  </a:lnTo>
                  <a:lnTo>
                    <a:pt x="75" y="9675"/>
                  </a:lnTo>
                  <a:lnTo>
                    <a:pt x="150" y="10160"/>
                  </a:lnTo>
                  <a:lnTo>
                    <a:pt x="286" y="10632"/>
                  </a:lnTo>
                  <a:lnTo>
                    <a:pt x="451" y="11103"/>
                  </a:lnTo>
                  <a:lnTo>
                    <a:pt x="632" y="11561"/>
                  </a:lnTo>
                  <a:lnTo>
                    <a:pt x="857" y="12019"/>
                  </a:lnTo>
                  <a:lnTo>
                    <a:pt x="1113" y="12451"/>
                  </a:lnTo>
                  <a:lnTo>
                    <a:pt x="1399" y="12882"/>
                  </a:lnTo>
                  <a:lnTo>
                    <a:pt x="1730" y="13300"/>
                  </a:lnTo>
                  <a:lnTo>
                    <a:pt x="2076" y="13677"/>
                  </a:lnTo>
                  <a:lnTo>
                    <a:pt x="2452" y="14068"/>
                  </a:lnTo>
                  <a:lnTo>
                    <a:pt x="2858" y="14431"/>
                  </a:lnTo>
                  <a:lnTo>
                    <a:pt x="3294" y="14768"/>
                  </a:lnTo>
                  <a:lnTo>
                    <a:pt x="3760" y="15078"/>
                  </a:lnTo>
                  <a:lnTo>
                    <a:pt x="4227" y="15388"/>
                  </a:lnTo>
                  <a:lnTo>
                    <a:pt x="4317" y="15429"/>
                  </a:lnTo>
                  <a:lnTo>
                    <a:pt x="4362" y="15496"/>
                  </a:lnTo>
                  <a:lnTo>
                    <a:pt x="4422" y="15577"/>
                  </a:lnTo>
                  <a:lnTo>
                    <a:pt x="4482" y="15644"/>
                  </a:lnTo>
                  <a:lnTo>
                    <a:pt x="4543" y="15712"/>
                  </a:lnTo>
                  <a:lnTo>
                    <a:pt x="4603" y="15765"/>
                  </a:lnTo>
                  <a:lnTo>
                    <a:pt x="4663" y="15846"/>
                  </a:lnTo>
                  <a:lnTo>
                    <a:pt x="4723" y="15900"/>
                  </a:lnTo>
                  <a:lnTo>
                    <a:pt x="4783" y="15954"/>
                  </a:lnTo>
                  <a:lnTo>
                    <a:pt x="4843" y="16008"/>
                  </a:lnTo>
                  <a:lnTo>
                    <a:pt x="6242" y="17180"/>
                  </a:lnTo>
                  <a:lnTo>
                    <a:pt x="6257" y="17207"/>
                  </a:lnTo>
                  <a:lnTo>
                    <a:pt x="6287" y="17234"/>
                  </a:lnTo>
                  <a:lnTo>
                    <a:pt x="6318" y="17261"/>
                  </a:lnTo>
                  <a:lnTo>
                    <a:pt x="6333" y="17275"/>
                  </a:lnTo>
                  <a:lnTo>
                    <a:pt x="6363" y="17369"/>
                  </a:lnTo>
                  <a:lnTo>
                    <a:pt x="6423" y="17544"/>
                  </a:lnTo>
                  <a:lnTo>
                    <a:pt x="6498" y="17733"/>
                  </a:lnTo>
                  <a:lnTo>
                    <a:pt x="6588" y="17935"/>
                  </a:lnTo>
                  <a:lnTo>
                    <a:pt x="6679" y="18150"/>
                  </a:lnTo>
                  <a:lnTo>
                    <a:pt x="6784" y="18380"/>
                  </a:lnTo>
                  <a:lnTo>
                    <a:pt x="6904" y="18622"/>
                  </a:lnTo>
                  <a:lnTo>
                    <a:pt x="7025" y="18865"/>
                  </a:lnTo>
                  <a:lnTo>
                    <a:pt x="7160" y="19121"/>
                  </a:lnTo>
                  <a:lnTo>
                    <a:pt x="7235" y="19026"/>
                  </a:lnTo>
                  <a:lnTo>
                    <a:pt x="7325" y="18959"/>
                  </a:lnTo>
                  <a:lnTo>
                    <a:pt x="7370" y="18919"/>
                  </a:lnTo>
                  <a:lnTo>
                    <a:pt x="7386" y="18905"/>
                  </a:lnTo>
                  <a:lnTo>
                    <a:pt x="7370" y="18986"/>
                  </a:lnTo>
                  <a:lnTo>
                    <a:pt x="7386" y="19161"/>
                  </a:lnTo>
                  <a:lnTo>
                    <a:pt x="7446" y="19363"/>
                  </a:lnTo>
                  <a:lnTo>
                    <a:pt x="7641" y="19484"/>
                  </a:lnTo>
                  <a:lnTo>
                    <a:pt x="7762" y="19525"/>
                  </a:lnTo>
                  <a:lnTo>
                    <a:pt x="7852" y="19525"/>
                  </a:lnTo>
                  <a:lnTo>
                    <a:pt x="7912" y="19525"/>
                  </a:lnTo>
                  <a:lnTo>
                    <a:pt x="7972" y="19511"/>
                  </a:lnTo>
                  <a:lnTo>
                    <a:pt x="8032" y="19511"/>
                  </a:lnTo>
                  <a:lnTo>
                    <a:pt x="8108" y="19525"/>
                  </a:lnTo>
                  <a:lnTo>
                    <a:pt x="8168" y="19538"/>
                  </a:lnTo>
                  <a:lnTo>
                    <a:pt x="8273" y="19592"/>
                  </a:lnTo>
                  <a:lnTo>
                    <a:pt x="8408" y="19646"/>
                  </a:lnTo>
                  <a:lnTo>
                    <a:pt x="8529" y="19673"/>
                  </a:lnTo>
                  <a:lnTo>
                    <a:pt x="8664" y="19687"/>
                  </a:lnTo>
                  <a:lnTo>
                    <a:pt x="8769" y="19687"/>
                  </a:lnTo>
                  <a:lnTo>
                    <a:pt x="8890" y="19660"/>
                  </a:lnTo>
                  <a:lnTo>
                    <a:pt x="8995" y="19619"/>
                  </a:lnTo>
                  <a:lnTo>
                    <a:pt x="9070" y="19579"/>
                  </a:lnTo>
                  <a:lnTo>
                    <a:pt x="9160" y="19511"/>
                  </a:lnTo>
                  <a:lnTo>
                    <a:pt x="9251" y="19363"/>
                  </a:lnTo>
                  <a:lnTo>
                    <a:pt x="9311" y="19228"/>
                  </a:lnTo>
                  <a:lnTo>
                    <a:pt x="9326" y="19134"/>
                  </a:lnTo>
                  <a:lnTo>
                    <a:pt x="9326" y="19094"/>
                  </a:lnTo>
                  <a:lnTo>
                    <a:pt x="9326" y="19134"/>
                  </a:lnTo>
                  <a:lnTo>
                    <a:pt x="9326" y="19242"/>
                  </a:lnTo>
                  <a:lnTo>
                    <a:pt x="9311" y="19404"/>
                  </a:lnTo>
                  <a:lnTo>
                    <a:pt x="9296" y="19592"/>
                  </a:lnTo>
                  <a:lnTo>
                    <a:pt x="9236" y="19781"/>
                  </a:lnTo>
                  <a:lnTo>
                    <a:pt x="9160" y="19929"/>
                  </a:lnTo>
                  <a:lnTo>
                    <a:pt x="9025" y="20050"/>
                  </a:lnTo>
                  <a:lnTo>
                    <a:pt x="8860" y="20091"/>
                  </a:lnTo>
                  <a:lnTo>
                    <a:pt x="8664" y="20077"/>
                  </a:lnTo>
                  <a:lnTo>
                    <a:pt x="8514" y="20064"/>
                  </a:lnTo>
                  <a:lnTo>
                    <a:pt x="8393" y="20037"/>
                  </a:lnTo>
                  <a:lnTo>
                    <a:pt x="8273" y="19997"/>
                  </a:lnTo>
                  <a:lnTo>
                    <a:pt x="8183" y="19983"/>
                  </a:lnTo>
                  <a:lnTo>
                    <a:pt x="8092" y="19943"/>
                  </a:lnTo>
                  <a:lnTo>
                    <a:pt x="7987" y="19943"/>
                  </a:lnTo>
                  <a:lnTo>
                    <a:pt x="7867" y="19943"/>
                  </a:lnTo>
                  <a:lnTo>
                    <a:pt x="7807" y="19943"/>
                  </a:lnTo>
                  <a:lnTo>
                    <a:pt x="7762" y="19943"/>
                  </a:lnTo>
                  <a:lnTo>
                    <a:pt x="7716" y="19943"/>
                  </a:lnTo>
                  <a:lnTo>
                    <a:pt x="7671" y="19943"/>
                  </a:lnTo>
                  <a:lnTo>
                    <a:pt x="7927" y="20293"/>
                  </a:lnTo>
                  <a:lnTo>
                    <a:pt x="8183" y="20603"/>
                  </a:lnTo>
                  <a:lnTo>
                    <a:pt x="8453" y="20899"/>
                  </a:lnTo>
                  <a:lnTo>
                    <a:pt x="8739" y="21142"/>
                  </a:lnTo>
                  <a:lnTo>
                    <a:pt x="9040" y="21344"/>
                  </a:lnTo>
                  <a:lnTo>
                    <a:pt x="9371" y="21492"/>
                  </a:lnTo>
                  <a:lnTo>
                    <a:pt x="9687" y="21573"/>
                  </a:lnTo>
                  <a:lnTo>
                    <a:pt x="10003" y="21600"/>
                  </a:lnTo>
                  <a:lnTo>
                    <a:pt x="10439" y="21519"/>
                  </a:lnTo>
                  <a:lnTo>
                    <a:pt x="10905" y="21398"/>
                  </a:lnTo>
                  <a:lnTo>
                    <a:pt x="11402" y="21182"/>
                  </a:lnTo>
                  <a:lnTo>
                    <a:pt x="11883" y="20913"/>
                  </a:lnTo>
                  <a:lnTo>
                    <a:pt x="12379" y="20576"/>
                  </a:lnTo>
                  <a:lnTo>
                    <a:pt x="12891" y="20212"/>
                  </a:lnTo>
                  <a:lnTo>
                    <a:pt x="13387" y="19808"/>
                  </a:lnTo>
                  <a:lnTo>
                    <a:pt x="13869" y="19363"/>
                  </a:lnTo>
                  <a:lnTo>
                    <a:pt x="14335" y="18905"/>
                  </a:lnTo>
                  <a:lnTo>
                    <a:pt x="14771" y="18433"/>
                  </a:lnTo>
                  <a:lnTo>
                    <a:pt x="15177" y="17962"/>
                  </a:lnTo>
                  <a:lnTo>
                    <a:pt x="15538" y="17490"/>
                  </a:lnTo>
                  <a:lnTo>
                    <a:pt x="15854" y="17032"/>
                  </a:lnTo>
                  <a:lnTo>
                    <a:pt x="16125" y="16587"/>
                  </a:lnTo>
                  <a:lnTo>
                    <a:pt x="16335" y="16170"/>
                  </a:lnTo>
                  <a:lnTo>
                    <a:pt x="16471" y="15779"/>
                  </a:lnTo>
                  <a:lnTo>
                    <a:pt x="16696" y="15024"/>
                  </a:lnTo>
                  <a:lnTo>
                    <a:pt x="16696" y="14997"/>
                  </a:lnTo>
                  <a:lnTo>
                    <a:pt x="16726" y="14957"/>
                  </a:lnTo>
                  <a:lnTo>
                    <a:pt x="16757" y="14917"/>
                  </a:lnTo>
                  <a:lnTo>
                    <a:pt x="16757" y="14890"/>
                  </a:lnTo>
                  <a:lnTo>
                    <a:pt x="16862" y="14795"/>
                  </a:lnTo>
                  <a:lnTo>
                    <a:pt x="16937" y="14741"/>
                  </a:lnTo>
                  <a:lnTo>
                    <a:pt x="17027" y="14687"/>
                  </a:lnTo>
                  <a:lnTo>
                    <a:pt x="17087" y="14620"/>
                  </a:lnTo>
                  <a:lnTo>
                    <a:pt x="17163" y="14566"/>
                  </a:lnTo>
                  <a:lnTo>
                    <a:pt x="17328" y="14445"/>
                  </a:lnTo>
                  <a:lnTo>
                    <a:pt x="17539" y="14472"/>
                  </a:lnTo>
                  <a:lnTo>
                    <a:pt x="17794" y="14485"/>
                  </a:lnTo>
                  <a:lnTo>
                    <a:pt x="18050" y="14485"/>
                  </a:lnTo>
                  <a:lnTo>
                    <a:pt x="18321" y="14472"/>
                  </a:lnTo>
                  <a:lnTo>
                    <a:pt x="18592" y="14431"/>
                  </a:lnTo>
                  <a:lnTo>
                    <a:pt x="18877" y="14364"/>
                  </a:lnTo>
                  <a:lnTo>
                    <a:pt x="19163" y="14283"/>
                  </a:lnTo>
                  <a:lnTo>
                    <a:pt x="19434" y="14189"/>
                  </a:lnTo>
                  <a:lnTo>
                    <a:pt x="19720" y="14068"/>
                  </a:lnTo>
                  <a:lnTo>
                    <a:pt x="20036" y="13906"/>
                  </a:lnTo>
                  <a:lnTo>
                    <a:pt x="20352" y="13744"/>
                  </a:lnTo>
                  <a:lnTo>
                    <a:pt x="20637" y="13542"/>
                  </a:lnTo>
                  <a:lnTo>
                    <a:pt x="20878" y="13340"/>
                  </a:lnTo>
                  <a:lnTo>
                    <a:pt x="21104" y="13124"/>
                  </a:lnTo>
                  <a:lnTo>
                    <a:pt x="21269" y="12909"/>
                  </a:lnTo>
                  <a:lnTo>
                    <a:pt x="21419" y="12680"/>
                  </a:lnTo>
                  <a:lnTo>
                    <a:pt x="21525" y="12451"/>
                  </a:lnTo>
                  <a:lnTo>
                    <a:pt x="21570" y="12262"/>
                  </a:lnTo>
                  <a:lnTo>
                    <a:pt x="21600" y="12073"/>
                  </a:lnTo>
                  <a:lnTo>
                    <a:pt x="21570" y="11912"/>
                  </a:lnTo>
                  <a:lnTo>
                    <a:pt x="21510" y="11763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7" name="Shape"/>
            <p:cNvSpPr/>
            <p:nvPr/>
          </p:nvSpPr>
          <p:spPr>
            <a:xfrm>
              <a:off x="671512" y="114300"/>
              <a:ext cx="336551" cy="5064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26" y="2065"/>
                  </a:moveTo>
                  <a:lnTo>
                    <a:pt x="3260" y="2844"/>
                  </a:lnTo>
                  <a:lnTo>
                    <a:pt x="2445" y="3758"/>
                  </a:lnTo>
                  <a:lnTo>
                    <a:pt x="1732" y="4740"/>
                  </a:lnTo>
                  <a:lnTo>
                    <a:pt x="1172" y="5789"/>
                  </a:lnTo>
                  <a:lnTo>
                    <a:pt x="662" y="6907"/>
                  </a:lnTo>
                  <a:lnTo>
                    <a:pt x="306" y="8092"/>
                  </a:lnTo>
                  <a:lnTo>
                    <a:pt x="51" y="9344"/>
                  </a:lnTo>
                  <a:lnTo>
                    <a:pt x="0" y="10665"/>
                  </a:lnTo>
                  <a:lnTo>
                    <a:pt x="51" y="11782"/>
                  </a:lnTo>
                  <a:lnTo>
                    <a:pt x="255" y="12831"/>
                  </a:lnTo>
                  <a:lnTo>
                    <a:pt x="509" y="13881"/>
                  </a:lnTo>
                  <a:lnTo>
                    <a:pt x="815" y="14897"/>
                  </a:lnTo>
                  <a:lnTo>
                    <a:pt x="1325" y="15878"/>
                  </a:lnTo>
                  <a:lnTo>
                    <a:pt x="1834" y="16759"/>
                  </a:lnTo>
                  <a:lnTo>
                    <a:pt x="2445" y="17605"/>
                  </a:lnTo>
                  <a:lnTo>
                    <a:pt x="3158" y="18384"/>
                  </a:lnTo>
                  <a:lnTo>
                    <a:pt x="3923" y="19095"/>
                  </a:lnTo>
                  <a:lnTo>
                    <a:pt x="4738" y="19704"/>
                  </a:lnTo>
                  <a:lnTo>
                    <a:pt x="5655" y="20246"/>
                  </a:lnTo>
                  <a:lnTo>
                    <a:pt x="6572" y="20720"/>
                  </a:lnTo>
                  <a:lnTo>
                    <a:pt x="7540" y="21092"/>
                  </a:lnTo>
                  <a:lnTo>
                    <a:pt x="8609" y="21363"/>
                  </a:lnTo>
                  <a:lnTo>
                    <a:pt x="9679" y="21498"/>
                  </a:lnTo>
                  <a:lnTo>
                    <a:pt x="10800" y="21600"/>
                  </a:lnTo>
                  <a:lnTo>
                    <a:pt x="11870" y="21498"/>
                  </a:lnTo>
                  <a:lnTo>
                    <a:pt x="12940" y="21363"/>
                  </a:lnTo>
                  <a:lnTo>
                    <a:pt x="14009" y="21092"/>
                  </a:lnTo>
                  <a:lnTo>
                    <a:pt x="15028" y="20720"/>
                  </a:lnTo>
                  <a:lnTo>
                    <a:pt x="15945" y="20246"/>
                  </a:lnTo>
                  <a:lnTo>
                    <a:pt x="16862" y="19704"/>
                  </a:lnTo>
                  <a:lnTo>
                    <a:pt x="17677" y="19095"/>
                  </a:lnTo>
                  <a:lnTo>
                    <a:pt x="18442" y="18384"/>
                  </a:lnTo>
                  <a:lnTo>
                    <a:pt x="19104" y="17605"/>
                  </a:lnTo>
                  <a:lnTo>
                    <a:pt x="19766" y="16759"/>
                  </a:lnTo>
                  <a:lnTo>
                    <a:pt x="20326" y="15878"/>
                  </a:lnTo>
                  <a:lnTo>
                    <a:pt x="20734" y="14897"/>
                  </a:lnTo>
                  <a:lnTo>
                    <a:pt x="21142" y="13881"/>
                  </a:lnTo>
                  <a:lnTo>
                    <a:pt x="21396" y="12831"/>
                  </a:lnTo>
                  <a:lnTo>
                    <a:pt x="21549" y="11782"/>
                  </a:lnTo>
                  <a:lnTo>
                    <a:pt x="21600" y="10665"/>
                  </a:lnTo>
                  <a:lnTo>
                    <a:pt x="21549" y="9615"/>
                  </a:lnTo>
                  <a:lnTo>
                    <a:pt x="21396" y="8566"/>
                  </a:lnTo>
                  <a:lnTo>
                    <a:pt x="21192" y="7584"/>
                  </a:lnTo>
                  <a:lnTo>
                    <a:pt x="20836" y="6636"/>
                  </a:lnTo>
                  <a:lnTo>
                    <a:pt x="20428" y="5722"/>
                  </a:lnTo>
                  <a:lnTo>
                    <a:pt x="19919" y="4875"/>
                  </a:lnTo>
                  <a:lnTo>
                    <a:pt x="19358" y="4029"/>
                  </a:lnTo>
                  <a:lnTo>
                    <a:pt x="18747" y="3284"/>
                  </a:lnTo>
                  <a:lnTo>
                    <a:pt x="18747" y="3386"/>
                  </a:lnTo>
                  <a:lnTo>
                    <a:pt x="18798" y="3487"/>
                  </a:lnTo>
                  <a:lnTo>
                    <a:pt x="18798" y="3623"/>
                  </a:lnTo>
                  <a:lnTo>
                    <a:pt x="18798" y="3724"/>
                  </a:lnTo>
                  <a:lnTo>
                    <a:pt x="18747" y="3995"/>
                  </a:lnTo>
                  <a:lnTo>
                    <a:pt x="18645" y="4300"/>
                  </a:lnTo>
                  <a:lnTo>
                    <a:pt x="18442" y="4537"/>
                  </a:lnTo>
                  <a:lnTo>
                    <a:pt x="18136" y="4774"/>
                  </a:lnTo>
                  <a:lnTo>
                    <a:pt x="17830" y="4943"/>
                  </a:lnTo>
                  <a:lnTo>
                    <a:pt x="17474" y="5078"/>
                  </a:lnTo>
                  <a:lnTo>
                    <a:pt x="17015" y="5146"/>
                  </a:lnTo>
                  <a:lnTo>
                    <a:pt x="16608" y="5180"/>
                  </a:lnTo>
                  <a:lnTo>
                    <a:pt x="16149" y="5146"/>
                  </a:lnTo>
                  <a:lnTo>
                    <a:pt x="15742" y="5078"/>
                  </a:lnTo>
                  <a:lnTo>
                    <a:pt x="15334" y="4943"/>
                  </a:lnTo>
                  <a:lnTo>
                    <a:pt x="14977" y="4774"/>
                  </a:lnTo>
                  <a:lnTo>
                    <a:pt x="14672" y="4537"/>
                  </a:lnTo>
                  <a:lnTo>
                    <a:pt x="14468" y="4300"/>
                  </a:lnTo>
                  <a:lnTo>
                    <a:pt x="14366" y="3995"/>
                  </a:lnTo>
                  <a:lnTo>
                    <a:pt x="14315" y="3724"/>
                  </a:lnTo>
                  <a:lnTo>
                    <a:pt x="14366" y="3386"/>
                  </a:lnTo>
                  <a:lnTo>
                    <a:pt x="14468" y="3081"/>
                  </a:lnTo>
                  <a:lnTo>
                    <a:pt x="14723" y="2742"/>
                  </a:lnTo>
                  <a:lnTo>
                    <a:pt x="15028" y="2438"/>
                  </a:lnTo>
                  <a:lnTo>
                    <a:pt x="15334" y="2167"/>
                  </a:lnTo>
                  <a:lnTo>
                    <a:pt x="15792" y="1964"/>
                  </a:lnTo>
                  <a:lnTo>
                    <a:pt x="16200" y="1828"/>
                  </a:lnTo>
                  <a:lnTo>
                    <a:pt x="16658" y="1761"/>
                  </a:lnTo>
                  <a:lnTo>
                    <a:pt x="16760" y="1761"/>
                  </a:lnTo>
                  <a:lnTo>
                    <a:pt x="16811" y="1761"/>
                  </a:lnTo>
                  <a:lnTo>
                    <a:pt x="16913" y="1761"/>
                  </a:lnTo>
                  <a:lnTo>
                    <a:pt x="16964" y="1828"/>
                  </a:lnTo>
                  <a:lnTo>
                    <a:pt x="16913" y="1659"/>
                  </a:lnTo>
                  <a:lnTo>
                    <a:pt x="16862" y="1490"/>
                  </a:lnTo>
                  <a:lnTo>
                    <a:pt x="16709" y="1253"/>
                  </a:lnTo>
                  <a:lnTo>
                    <a:pt x="16506" y="948"/>
                  </a:lnTo>
                  <a:lnTo>
                    <a:pt x="15945" y="745"/>
                  </a:lnTo>
                  <a:lnTo>
                    <a:pt x="15334" y="542"/>
                  </a:lnTo>
                  <a:lnTo>
                    <a:pt x="14672" y="372"/>
                  </a:lnTo>
                  <a:lnTo>
                    <a:pt x="14111" y="271"/>
                  </a:lnTo>
                  <a:lnTo>
                    <a:pt x="13449" y="169"/>
                  </a:lnTo>
                  <a:lnTo>
                    <a:pt x="12787" y="102"/>
                  </a:lnTo>
                  <a:lnTo>
                    <a:pt x="12125" y="0"/>
                  </a:lnTo>
                  <a:lnTo>
                    <a:pt x="11462" y="0"/>
                  </a:lnTo>
                  <a:lnTo>
                    <a:pt x="10392" y="34"/>
                  </a:lnTo>
                  <a:lnTo>
                    <a:pt x="9425" y="169"/>
                  </a:lnTo>
                  <a:lnTo>
                    <a:pt x="8508" y="339"/>
                  </a:lnTo>
                  <a:lnTo>
                    <a:pt x="7540" y="542"/>
                  </a:lnTo>
                  <a:lnTo>
                    <a:pt x="6674" y="846"/>
                  </a:lnTo>
                  <a:lnTo>
                    <a:pt x="5808" y="1185"/>
                  </a:lnTo>
                  <a:lnTo>
                    <a:pt x="4942" y="1591"/>
                  </a:lnTo>
                  <a:lnTo>
                    <a:pt x="4126" y="2065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8" name="Shape"/>
            <p:cNvSpPr/>
            <p:nvPr/>
          </p:nvSpPr>
          <p:spPr>
            <a:xfrm>
              <a:off x="225425" y="128587"/>
              <a:ext cx="371475" cy="5508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881" y="21538"/>
                  </a:moveTo>
                  <a:lnTo>
                    <a:pt x="9789" y="21538"/>
                  </a:lnTo>
                  <a:lnTo>
                    <a:pt x="9467" y="21569"/>
                  </a:lnTo>
                  <a:lnTo>
                    <a:pt x="9008" y="21600"/>
                  </a:lnTo>
                  <a:lnTo>
                    <a:pt x="8410" y="21600"/>
                  </a:lnTo>
                  <a:lnTo>
                    <a:pt x="7721" y="21600"/>
                  </a:lnTo>
                  <a:lnTo>
                    <a:pt x="6940" y="21569"/>
                  </a:lnTo>
                  <a:lnTo>
                    <a:pt x="6066" y="21476"/>
                  </a:lnTo>
                  <a:lnTo>
                    <a:pt x="5193" y="21320"/>
                  </a:lnTo>
                  <a:lnTo>
                    <a:pt x="4320" y="21103"/>
                  </a:lnTo>
                  <a:lnTo>
                    <a:pt x="3447" y="20792"/>
                  </a:lnTo>
                  <a:lnTo>
                    <a:pt x="2620" y="20450"/>
                  </a:lnTo>
                  <a:lnTo>
                    <a:pt x="1884" y="19953"/>
                  </a:lnTo>
                  <a:lnTo>
                    <a:pt x="1241" y="19362"/>
                  </a:lnTo>
                  <a:lnTo>
                    <a:pt x="689" y="18585"/>
                  </a:lnTo>
                  <a:lnTo>
                    <a:pt x="322" y="17746"/>
                  </a:lnTo>
                  <a:lnTo>
                    <a:pt x="92" y="16721"/>
                  </a:lnTo>
                  <a:lnTo>
                    <a:pt x="0" y="14638"/>
                  </a:lnTo>
                  <a:lnTo>
                    <a:pt x="138" y="12805"/>
                  </a:lnTo>
                  <a:lnTo>
                    <a:pt x="506" y="11188"/>
                  </a:lnTo>
                  <a:lnTo>
                    <a:pt x="1011" y="9759"/>
                  </a:lnTo>
                  <a:lnTo>
                    <a:pt x="1884" y="8391"/>
                  </a:lnTo>
                  <a:lnTo>
                    <a:pt x="2895" y="7117"/>
                  </a:lnTo>
                  <a:lnTo>
                    <a:pt x="4090" y="5843"/>
                  </a:lnTo>
                  <a:lnTo>
                    <a:pt x="5607" y="4569"/>
                  </a:lnTo>
                  <a:lnTo>
                    <a:pt x="6434" y="3947"/>
                  </a:lnTo>
                  <a:lnTo>
                    <a:pt x="7307" y="3357"/>
                  </a:lnTo>
                  <a:lnTo>
                    <a:pt x="8134" y="2797"/>
                  </a:lnTo>
                  <a:lnTo>
                    <a:pt x="9008" y="2300"/>
                  </a:lnTo>
                  <a:lnTo>
                    <a:pt x="9835" y="1834"/>
                  </a:lnTo>
                  <a:lnTo>
                    <a:pt x="10708" y="1399"/>
                  </a:lnTo>
                  <a:lnTo>
                    <a:pt x="11535" y="1026"/>
                  </a:lnTo>
                  <a:lnTo>
                    <a:pt x="12409" y="715"/>
                  </a:lnTo>
                  <a:lnTo>
                    <a:pt x="13190" y="435"/>
                  </a:lnTo>
                  <a:lnTo>
                    <a:pt x="13971" y="249"/>
                  </a:lnTo>
                  <a:lnTo>
                    <a:pt x="14706" y="124"/>
                  </a:lnTo>
                  <a:lnTo>
                    <a:pt x="15442" y="0"/>
                  </a:lnTo>
                  <a:lnTo>
                    <a:pt x="16085" y="0"/>
                  </a:lnTo>
                  <a:lnTo>
                    <a:pt x="16683" y="93"/>
                  </a:lnTo>
                  <a:lnTo>
                    <a:pt x="17188" y="186"/>
                  </a:lnTo>
                  <a:lnTo>
                    <a:pt x="17694" y="373"/>
                  </a:lnTo>
                  <a:lnTo>
                    <a:pt x="18567" y="1026"/>
                  </a:lnTo>
                  <a:lnTo>
                    <a:pt x="19348" y="1989"/>
                  </a:lnTo>
                  <a:lnTo>
                    <a:pt x="20083" y="3263"/>
                  </a:lnTo>
                  <a:lnTo>
                    <a:pt x="20727" y="4600"/>
                  </a:lnTo>
                  <a:lnTo>
                    <a:pt x="21140" y="6060"/>
                  </a:lnTo>
                  <a:lnTo>
                    <a:pt x="21508" y="7459"/>
                  </a:lnTo>
                  <a:lnTo>
                    <a:pt x="21600" y="8764"/>
                  </a:lnTo>
                  <a:lnTo>
                    <a:pt x="21462" y="9852"/>
                  </a:lnTo>
                  <a:lnTo>
                    <a:pt x="21140" y="10816"/>
                  </a:lnTo>
                  <a:lnTo>
                    <a:pt x="20727" y="11810"/>
                  </a:lnTo>
                  <a:lnTo>
                    <a:pt x="20267" y="12774"/>
                  </a:lnTo>
                  <a:lnTo>
                    <a:pt x="19762" y="13768"/>
                  </a:lnTo>
                  <a:lnTo>
                    <a:pt x="19118" y="14700"/>
                  </a:lnTo>
                  <a:lnTo>
                    <a:pt x="18429" y="15540"/>
                  </a:lnTo>
                  <a:lnTo>
                    <a:pt x="17648" y="16285"/>
                  </a:lnTo>
                  <a:lnTo>
                    <a:pt x="16820" y="16938"/>
                  </a:lnTo>
                  <a:lnTo>
                    <a:pt x="15855" y="17591"/>
                  </a:lnTo>
                  <a:lnTo>
                    <a:pt x="14752" y="18337"/>
                  </a:lnTo>
                  <a:lnTo>
                    <a:pt x="13603" y="19083"/>
                  </a:lnTo>
                  <a:lnTo>
                    <a:pt x="12454" y="19828"/>
                  </a:lnTo>
                  <a:lnTo>
                    <a:pt x="11489" y="20512"/>
                  </a:lnTo>
                  <a:lnTo>
                    <a:pt x="10662" y="21041"/>
                  </a:lnTo>
                  <a:lnTo>
                    <a:pt x="10065" y="21414"/>
                  </a:lnTo>
                  <a:lnTo>
                    <a:pt x="9881" y="21538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89" name="Shape"/>
            <p:cNvSpPr/>
            <p:nvPr/>
          </p:nvSpPr>
          <p:spPr>
            <a:xfrm>
              <a:off x="212725" y="234950"/>
              <a:ext cx="384175" cy="627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155" y="1476"/>
                  </a:moveTo>
                  <a:lnTo>
                    <a:pt x="21155" y="1394"/>
                  </a:lnTo>
                  <a:lnTo>
                    <a:pt x="21199" y="1340"/>
                  </a:lnTo>
                  <a:lnTo>
                    <a:pt x="21199" y="1258"/>
                  </a:lnTo>
                  <a:lnTo>
                    <a:pt x="21199" y="1203"/>
                  </a:lnTo>
                  <a:lnTo>
                    <a:pt x="21155" y="957"/>
                  </a:lnTo>
                  <a:lnTo>
                    <a:pt x="21066" y="738"/>
                  </a:lnTo>
                  <a:lnTo>
                    <a:pt x="20887" y="519"/>
                  </a:lnTo>
                  <a:lnTo>
                    <a:pt x="20665" y="355"/>
                  </a:lnTo>
                  <a:lnTo>
                    <a:pt x="20308" y="219"/>
                  </a:lnTo>
                  <a:lnTo>
                    <a:pt x="19997" y="82"/>
                  </a:lnTo>
                  <a:lnTo>
                    <a:pt x="19596" y="27"/>
                  </a:lnTo>
                  <a:lnTo>
                    <a:pt x="19240" y="0"/>
                  </a:lnTo>
                  <a:lnTo>
                    <a:pt x="18839" y="27"/>
                  </a:lnTo>
                  <a:lnTo>
                    <a:pt x="18482" y="82"/>
                  </a:lnTo>
                  <a:lnTo>
                    <a:pt x="18126" y="219"/>
                  </a:lnTo>
                  <a:lnTo>
                    <a:pt x="17859" y="355"/>
                  </a:lnTo>
                  <a:lnTo>
                    <a:pt x="17636" y="519"/>
                  </a:lnTo>
                  <a:lnTo>
                    <a:pt x="17414" y="738"/>
                  </a:lnTo>
                  <a:lnTo>
                    <a:pt x="17325" y="957"/>
                  </a:lnTo>
                  <a:lnTo>
                    <a:pt x="17280" y="1203"/>
                  </a:lnTo>
                  <a:lnTo>
                    <a:pt x="17325" y="1422"/>
                  </a:lnTo>
                  <a:lnTo>
                    <a:pt x="17414" y="1668"/>
                  </a:lnTo>
                  <a:lnTo>
                    <a:pt x="17636" y="1859"/>
                  </a:lnTo>
                  <a:lnTo>
                    <a:pt x="17859" y="2051"/>
                  </a:lnTo>
                  <a:lnTo>
                    <a:pt x="18126" y="2187"/>
                  </a:lnTo>
                  <a:lnTo>
                    <a:pt x="18482" y="2297"/>
                  </a:lnTo>
                  <a:lnTo>
                    <a:pt x="18839" y="2351"/>
                  </a:lnTo>
                  <a:lnTo>
                    <a:pt x="19240" y="2379"/>
                  </a:lnTo>
                  <a:lnTo>
                    <a:pt x="19507" y="2379"/>
                  </a:lnTo>
                  <a:lnTo>
                    <a:pt x="19774" y="2351"/>
                  </a:lnTo>
                  <a:lnTo>
                    <a:pt x="20041" y="2297"/>
                  </a:lnTo>
                  <a:lnTo>
                    <a:pt x="20264" y="2215"/>
                  </a:lnTo>
                  <a:lnTo>
                    <a:pt x="20442" y="2133"/>
                  </a:lnTo>
                  <a:lnTo>
                    <a:pt x="20709" y="2051"/>
                  </a:lnTo>
                  <a:lnTo>
                    <a:pt x="20843" y="1914"/>
                  </a:lnTo>
                  <a:lnTo>
                    <a:pt x="20976" y="1777"/>
                  </a:lnTo>
                  <a:lnTo>
                    <a:pt x="20976" y="2652"/>
                  </a:lnTo>
                  <a:lnTo>
                    <a:pt x="20843" y="3691"/>
                  </a:lnTo>
                  <a:lnTo>
                    <a:pt x="20531" y="4867"/>
                  </a:lnTo>
                  <a:lnTo>
                    <a:pt x="20130" y="6097"/>
                  </a:lnTo>
                  <a:lnTo>
                    <a:pt x="19418" y="7437"/>
                  </a:lnTo>
                  <a:lnTo>
                    <a:pt x="18438" y="8749"/>
                  </a:lnTo>
                  <a:lnTo>
                    <a:pt x="17146" y="10034"/>
                  </a:lnTo>
                  <a:lnTo>
                    <a:pt x="15454" y="11237"/>
                  </a:lnTo>
                  <a:lnTo>
                    <a:pt x="14741" y="11675"/>
                  </a:lnTo>
                  <a:lnTo>
                    <a:pt x="14073" y="12112"/>
                  </a:lnTo>
                  <a:lnTo>
                    <a:pt x="13405" y="12550"/>
                  </a:lnTo>
                  <a:lnTo>
                    <a:pt x="12737" y="13015"/>
                  </a:lnTo>
                  <a:lnTo>
                    <a:pt x="12069" y="13479"/>
                  </a:lnTo>
                  <a:lnTo>
                    <a:pt x="11446" y="13917"/>
                  </a:lnTo>
                  <a:lnTo>
                    <a:pt x="10867" y="14382"/>
                  </a:lnTo>
                  <a:lnTo>
                    <a:pt x="10243" y="14847"/>
                  </a:lnTo>
                  <a:lnTo>
                    <a:pt x="9887" y="14901"/>
                  </a:lnTo>
                  <a:lnTo>
                    <a:pt x="9575" y="14956"/>
                  </a:lnTo>
                  <a:lnTo>
                    <a:pt x="9219" y="14983"/>
                  </a:lnTo>
                  <a:lnTo>
                    <a:pt x="8907" y="15011"/>
                  </a:lnTo>
                  <a:lnTo>
                    <a:pt x="8595" y="15038"/>
                  </a:lnTo>
                  <a:lnTo>
                    <a:pt x="8239" y="15038"/>
                  </a:lnTo>
                  <a:lnTo>
                    <a:pt x="7927" y="15038"/>
                  </a:lnTo>
                  <a:lnTo>
                    <a:pt x="7571" y="15011"/>
                  </a:lnTo>
                  <a:lnTo>
                    <a:pt x="5923" y="14765"/>
                  </a:lnTo>
                  <a:lnTo>
                    <a:pt x="4498" y="14272"/>
                  </a:lnTo>
                  <a:lnTo>
                    <a:pt x="3385" y="13562"/>
                  </a:lnTo>
                  <a:lnTo>
                    <a:pt x="2494" y="12632"/>
                  </a:lnTo>
                  <a:lnTo>
                    <a:pt x="1826" y="11511"/>
                  </a:lnTo>
                  <a:lnTo>
                    <a:pt x="1425" y="10198"/>
                  </a:lnTo>
                  <a:lnTo>
                    <a:pt x="1381" y="8749"/>
                  </a:lnTo>
                  <a:lnTo>
                    <a:pt x="1559" y="7082"/>
                  </a:lnTo>
                  <a:lnTo>
                    <a:pt x="1781" y="6453"/>
                  </a:lnTo>
                  <a:lnTo>
                    <a:pt x="2182" y="5632"/>
                  </a:lnTo>
                  <a:lnTo>
                    <a:pt x="2672" y="4730"/>
                  </a:lnTo>
                  <a:lnTo>
                    <a:pt x="3296" y="3801"/>
                  </a:lnTo>
                  <a:lnTo>
                    <a:pt x="3875" y="2871"/>
                  </a:lnTo>
                  <a:lnTo>
                    <a:pt x="4454" y="1996"/>
                  </a:lnTo>
                  <a:lnTo>
                    <a:pt x="4988" y="1285"/>
                  </a:lnTo>
                  <a:lnTo>
                    <a:pt x="5389" y="738"/>
                  </a:lnTo>
                  <a:lnTo>
                    <a:pt x="4765" y="1340"/>
                  </a:lnTo>
                  <a:lnTo>
                    <a:pt x="3919" y="2078"/>
                  </a:lnTo>
                  <a:lnTo>
                    <a:pt x="3118" y="2898"/>
                  </a:lnTo>
                  <a:lnTo>
                    <a:pt x="2316" y="3828"/>
                  </a:lnTo>
                  <a:lnTo>
                    <a:pt x="1603" y="4757"/>
                  </a:lnTo>
                  <a:lnTo>
                    <a:pt x="935" y="5714"/>
                  </a:lnTo>
                  <a:lnTo>
                    <a:pt x="490" y="6644"/>
                  </a:lnTo>
                  <a:lnTo>
                    <a:pt x="178" y="7492"/>
                  </a:lnTo>
                  <a:lnTo>
                    <a:pt x="0" y="9159"/>
                  </a:lnTo>
                  <a:lnTo>
                    <a:pt x="89" y="10691"/>
                  </a:lnTo>
                  <a:lnTo>
                    <a:pt x="579" y="12085"/>
                  </a:lnTo>
                  <a:lnTo>
                    <a:pt x="1292" y="13315"/>
                  </a:lnTo>
                  <a:lnTo>
                    <a:pt x="2271" y="14327"/>
                  </a:lnTo>
                  <a:lnTo>
                    <a:pt x="3518" y="15093"/>
                  </a:lnTo>
                  <a:lnTo>
                    <a:pt x="5033" y="15667"/>
                  </a:lnTo>
                  <a:lnTo>
                    <a:pt x="6680" y="15913"/>
                  </a:lnTo>
                  <a:lnTo>
                    <a:pt x="6948" y="15940"/>
                  </a:lnTo>
                  <a:lnTo>
                    <a:pt x="7259" y="15968"/>
                  </a:lnTo>
                  <a:lnTo>
                    <a:pt x="7527" y="15968"/>
                  </a:lnTo>
                  <a:lnTo>
                    <a:pt x="7838" y="15968"/>
                  </a:lnTo>
                  <a:lnTo>
                    <a:pt x="8106" y="15940"/>
                  </a:lnTo>
                  <a:lnTo>
                    <a:pt x="8373" y="15940"/>
                  </a:lnTo>
                  <a:lnTo>
                    <a:pt x="8640" y="15913"/>
                  </a:lnTo>
                  <a:lnTo>
                    <a:pt x="8907" y="15886"/>
                  </a:lnTo>
                  <a:lnTo>
                    <a:pt x="7794" y="16925"/>
                  </a:lnTo>
                  <a:lnTo>
                    <a:pt x="6769" y="17882"/>
                  </a:lnTo>
                  <a:lnTo>
                    <a:pt x="6057" y="18784"/>
                  </a:lnTo>
                  <a:lnTo>
                    <a:pt x="5612" y="19604"/>
                  </a:lnTo>
                  <a:lnTo>
                    <a:pt x="5389" y="20260"/>
                  </a:lnTo>
                  <a:lnTo>
                    <a:pt x="5567" y="20834"/>
                  </a:lnTo>
                  <a:lnTo>
                    <a:pt x="6057" y="21217"/>
                  </a:lnTo>
                  <a:lnTo>
                    <a:pt x="6948" y="21436"/>
                  </a:lnTo>
                  <a:lnTo>
                    <a:pt x="7883" y="21518"/>
                  </a:lnTo>
                  <a:lnTo>
                    <a:pt x="8774" y="21573"/>
                  </a:lnTo>
                  <a:lnTo>
                    <a:pt x="9709" y="21600"/>
                  </a:lnTo>
                  <a:lnTo>
                    <a:pt x="10689" y="21600"/>
                  </a:lnTo>
                  <a:lnTo>
                    <a:pt x="11668" y="21600"/>
                  </a:lnTo>
                  <a:lnTo>
                    <a:pt x="12604" y="21573"/>
                  </a:lnTo>
                  <a:lnTo>
                    <a:pt x="13539" y="21545"/>
                  </a:lnTo>
                  <a:lnTo>
                    <a:pt x="14385" y="21518"/>
                  </a:lnTo>
                  <a:lnTo>
                    <a:pt x="15231" y="21463"/>
                  </a:lnTo>
                  <a:lnTo>
                    <a:pt x="15988" y="21436"/>
                  </a:lnTo>
                  <a:lnTo>
                    <a:pt x="16656" y="21381"/>
                  </a:lnTo>
                  <a:lnTo>
                    <a:pt x="17280" y="21327"/>
                  </a:lnTo>
                  <a:lnTo>
                    <a:pt x="17770" y="21299"/>
                  </a:lnTo>
                  <a:lnTo>
                    <a:pt x="18126" y="21245"/>
                  </a:lnTo>
                  <a:lnTo>
                    <a:pt x="18349" y="21217"/>
                  </a:lnTo>
                  <a:lnTo>
                    <a:pt x="18438" y="21217"/>
                  </a:lnTo>
                  <a:lnTo>
                    <a:pt x="18349" y="21217"/>
                  </a:lnTo>
                  <a:lnTo>
                    <a:pt x="18037" y="21217"/>
                  </a:lnTo>
                  <a:lnTo>
                    <a:pt x="17592" y="21190"/>
                  </a:lnTo>
                  <a:lnTo>
                    <a:pt x="17013" y="21190"/>
                  </a:lnTo>
                  <a:lnTo>
                    <a:pt x="16300" y="21163"/>
                  </a:lnTo>
                  <a:lnTo>
                    <a:pt x="15543" y="21135"/>
                  </a:lnTo>
                  <a:lnTo>
                    <a:pt x="14697" y="21108"/>
                  </a:lnTo>
                  <a:lnTo>
                    <a:pt x="13851" y="21053"/>
                  </a:lnTo>
                  <a:lnTo>
                    <a:pt x="12960" y="20971"/>
                  </a:lnTo>
                  <a:lnTo>
                    <a:pt x="12114" y="20916"/>
                  </a:lnTo>
                  <a:lnTo>
                    <a:pt x="11312" y="20780"/>
                  </a:lnTo>
                  <a:lnTo>
                    <a:pt x="10600" y="20670"/>
                  </a:lnTo>
                  <a:lnTo>
                    <a:pt x="9932" y="20561"/>
                  </a:lnTo>
                  <a:lnTo>
                    <a:pt x="9486" y="20424"/>
                  </a:lnTo>
                  <a:lnTo>
                    <a:pt x="9085" y="20233"/>
                  </a:lnTo>
                  <a:lnTo>
                    <a:pt x="8907" y="20042"/>
                  </a:lnTo>
                  <a:lnTo>
                    <a:pt x="8863" y="19795"/>
                  </a:lnTo>
                  <a:lnTo>
                    <a:pt x="8952" y="19522"/>
                  </a:lnTo>
                  <a:lnTo>
                    <a:pt x="9085" y="19167"/>
                  </a:lnTo>
                  <a:lnTo>
                    <a:pt x="9353" y="18784"/>
                  </a:lnTo>
                  <a:lnTo>
                    <a:pt x="9709" y="18346"/>
                  </a:lnTo>
                  <a:lnTo>
                    <a:pt x="10110" y="17882"/>
                  </a:lnTo>
                  <a:lnTo>
                    <a:pt x="10600" y="17389"/>
                  </a:lnTo>
                  <a:lnTo>
                    <a:pt x="11179" y="16843"/>
                  </a:lnTo>
                  <a:lnTo>
                    <a:pt x="11802" y="16296"/>
                  </a:lnTo>
                  <a:lnTo>
                    <a:pt x="12470" y="15722"/>
                  </a:lnTo>
                  <a:lnTo>
                    <a:pt x="13227" y="15120"/>
                  </a:lnTo>
                  <a:lnTo>
                    <a:pt x="13984" y="14518"/>
                  </a:lnTo>
                  <a:lnTo>
                    <a:pt x="14786" y="13917"/>
                  </a:lnTo>
                  <a:lnTo>
                    <a:pt x="15632" y="13315"/>
                  </a:lnTo>
                  <a:lnTo>
                    <a:pt x="16523" y="12687"/>
                  </a:lnTo>
                  <a:lnTo>
                    <a:pt x="17414" y="12085"/>
                  </a:lnTo>
                  <a:lnTo>
                    <a:pt x="19106" y="10718"/>
                  </a:lnTo>
                  <a:lnTo>
                    <a:pt x="20264" y="9269"/>
                  </a:lnTo>
                  <a:lnTo>
                    <a:pt x="21021" y="7765"/>
                  </a:lnTo>
                  <a:lnTo>
                    <a:pt x="21466" y="6234"/>
                  </a:lnTo>
                  <a:lnTo>
                    <a:pt x="21600" y="4812"/>
                  </a:lnTo>
                  <a:lnTo>
                    <a:pt x="21555" y="3527"/>
                  </a:lnTo>
                  <a:lnTo>
                    <a:pt x="21422" y="2379"/>
                  </a:lnTo>
                  <a:lnTo>
                    <a:pt x="21155" y="1476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0" name="Shape"/>
            <p:cNvSpPr/>
            <p:nvPr/>
          </p:nvSpPr>
          <p:spPr>
            <a:xfrm>
              <a:off x="681037" y="615950"/>
              <a:ext cx="160338" cy="8255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832" y="18277"/>
                  </a:moveTo>
                  <a:lnTo>
                    <a:pt x="10586" y="17238"/>
                  </a:lnTo>
                  <a:lnTo>
                    <a:pt x="8341" y="14954"/>
                  </a:lnTo>
                  <a:lnTo>
                    <a:pt x="6095" y="12254"/>
                  </a:lnTo>
                  <a:lnTo>
                    <a:pt x="4063" y="8931"/>
                  </a:lnTo>
                  <a:lnTo>
                    <a:pt x="2459" y="5608"/>
                  </a:lnTo>
                  <a:lnTo>
                    <a:pt x="1176" y="2700"/>
                  </a:lnTo>
                  <a:lnTo>
                    <a:pt x="321" y="623"/>
                  </a:lnTo>
                  <a:lnTo>
                    <a:pt x="0" y="0"/>
                  </a:lnTo>
                  <a:lnTo>
                    <a:pt x="0" y="623"/>
                  </a:lnTo>
                  <a:lnTo>
                    <a:pt x="107" y="2285"/>
                  </a:lnTo>
                  <a:lnTo>
                    <a:pt x="428" y="4777"/>
                  </a:lnTo>
                  <a:lnTo>
                    <a:pt x="1069" y="7477"/>
                  </a:lnTo>
                  <a:lnTo>
                    <a:pt x="1925" y="10800"/>
                  </a:lnTo>
                  <a:lnTo>
                    <a:pt x="3315" y="13915"/>
                  </a:lnTo>
                  <a:lnTo>
                    <a:pt x="5240" y="17031"/>
                  </a:lnTo>
                  <a:lnTo>
                    <a:pt x="7699" y="19523"/>
                  </a:lnTo>
                  <a:lnTo>
                    <a:pt x="10586" y="20977"/>
                  </a:lnTo>
                  <a:lnTo>
                    <a:pt x="13152" y="21600"/>
                  </a:lnTo>
                  <a:lnTo>
                    <a:pt x="15612" y="21392"/>
                  </a:lnTo>
                  <a:lnTo>
                    <a:pt x="17644" y="20562"/>
                  </a:lnTo>
                  <a:lnTo>
                    <a:pt x="19354" y="19731"/>
                  </a:lnTo>
                  <a:lnTo>
                    <a:pt x="20531" y="18485"/>
                  </a:lnTo>
                  <a:lnTo>
                    <a:pt x="21386" y="17654"/>
                  </a:lnTo>
                  <a:lnTo>
                    <a:pt x="21600" y="17446"/>
                  </a:lnTo>
                  <a:lnTo>
                    <a:pt x="21493" y="17446"/>
                  </a:lnTo>
                  <a:lnTo>
                    <a:pt x="21172" y="17654"/>
                  </a:lnTo>
                  <a:lnTo>
                    <a:pt x="20424" y="18069"/>
                  </a:lnTo>
                  <a:lnTo>
                    <a:pt x="19568" y="18277"/>
                  </a:lnTo>
                  <a:lnTo>
                    <a:pt x="18392" y="18485"/>
                  </a:lnTo>
                  <a:lnTo>
                    <a:pt x="16788" y="18485"/>
                  </a:lnTo>
                  <a:lnTo>
                    <a:pt x="14970" y="18485"/>
                  </a:lnTo>
                  <a:lnTo>
                    <a:pt x="12832" y="18277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1" name="Shape"/>
            <p:cNvSpPr/>
            <p:nvPr/>
          </p:nvSpPr>
          <p:spPr>
            <a:xfrm>
              <a:off x="584200" y="1101725"/>
              <a:ext cx="26988" cy="174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491" y="0"/>
                  </a:moveTo>
                  <a:lnTo>
                    <a:pt x="6789" y="1029"/>
                  </a:lnTo>
                  <a:lnTo>
                    <a:pt x="3086" y="3086"/>
                  </a:lnTo>
                  <a:lnTo>
                    <a:pt x="617" y="6171"/>
                  </a:lnTo>
                  <a:lnTo>
                    <a:pt x="0" y="10286"/>
                  </a:lnTo>
                  <a:lnTo>
                    <a:pt x="617" y="15429"/>
                  </a:lnTo>
                  <a:lnTo>
                    <a:pt x="3086" y="18514"/>
                  </a:lnTo>
                  <a:lnTo>
                    <a:pt x="6789" y="20571"/>
                  </a:lnTo>
                  <a:lnTo>
                    <a:pt x="10491" y="21600"/>
                  </a:lnTo>
                  <a:lnTo>
                    <a:pt x="14811" y="20571"/>
                  </a:lnTo>
                  <a:lnTo>
                    <a:pt x="18514" y="18514"/>
                  </a:lnTo>
                  <a:lnTo>
                    <a:pt x="20983" y="15429"/>
                  </a:lnTo>
                  <a:lnTo>
                    <a:pt x="21600" y="10286"/>
                  </a:lnTo>
                  <a:lnTo>
                    <a:pt x="20983" y="6171"/>
                  </a:lnTo>
                  <a:lnTo>
                    <a:pt x="18514" y="3086"/>
                  </a:lnTo>
                  <a:lnTo>
                    <a:pt x="14811" y="1029"/>
                  </a:lnTo>
                  <a:lnTo>
                    <a:pt x="10491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2" name="Shape"/>
            <p:cNvSpPr/>
            <p:nvPr/>
          </p:nvSpPr>
          <p:spPr>
            <a:xfrm>
              <a:off x="1162050" y="377825"/>
              <a:ext cx="219075" cy="26987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59" y="20389"/>
                  </a:moveTo>
                  <a:lnTo>
                    <a:pt x="16180" y="20262"/>
                  </a:lnTo>
                  <a:lnTo>
                    <a:pt x="15866" y="19880"/>
                  </a:lnTo>
                  <a:lnTo>
                    <a:pt x="15159" y="19370"/>
                  </a:lnTo>
                  <a:lnTo>
                    <a:pt x="14374" y="18796"/>
                  </a:lnTo>
                  <a:lnTo>
                    <a:pt x="13117" y="18159"/>
                  </a:lnTo>
                  <a:lnTo>
                    <a:pt x="11546" y="17650"/>
                  </a:lnTo>
                  <a:lnTo>
                    <a:pt x="9661" y="17331"/>
                  </a:lnTo>
                  <a:lnTo>
                    <a:pt x="7305" y="17204"/>
                  </a:lnTo>
                  <a:lnTo>
                    <a:pt x="6755" y="17204"/>
                  </a:lnTo>
                  <a:lnTo>
                    <a:pt x="6127" y="17331"/>
                  </a:lnTo>
                  <a:lnTo>
                    <a:pt x="5577" y="17395"/>
                  </a:lnTo>
                  <a:lnTo>
                    <a:pt x="5027" y="17458"/>
                  </a:lnTo>
                  <a:lnTo>
                    <a:pt x="4477" y="17522"/>
                  </a:lnTo>
                  <a:lnTo>
                    <a:pt x="4006" y="17586"/>
                  </a:lnTo>
                  <a:lnTo>
                    <a:pt x="3456" y="17713"/>
                  </a:lnTo>
                  <a:lnTo>
                    <a:pt x="3063" y="17841"/>
                  </a:lnTo>
                  <a:lnTo>
                    <a:pt x="3456" y="17650"/>
                  </a:lnTo>
                  <a:lnTo>
                    <a:pt x="4006" y="17395"/>
                  </a:lnTo>
                  <a:lnTo>
                    <a:pt x="4477" y="17140"/>
                  </a:lnTo>
                  <a:lnTo>
                    <a:pt x="4948" y="16949"/>
                  </a:lnTo>
                  <a:lnTo>
                    <a:pt x="5420" y="16758"/>
                  </a:lnTo>
                  <a:lnTo>
                    <a:pt x="5891" y="16566"/>
                  </a:lnTo>
                  <a:lnTo>
                    <a:pt x="6519" y="16439"/>
                  </a:lnTo>
                  <a:lnTo>
                    <a:pt x="6991" y="16248"/>
                  </a:lnTo>
                  <a:lnTo>
                    <a:pt x="9111" y="15738"/>
                  </a:lnTo>
                  <a:lnTo>
                    <a:pt x="10996" y="15738"/>
                  </a:lnTo>
                  <a:lnTo>
                    <a:pt x="12646" y="15929"/>
                  </a:lnTo>
                  <a:lnTo>
                    <a:pt x="14217" y="16439"/>
                  </a:lnTo>
                  <a:lnTo>
                    <a:pt x="15316" y="16949"/>
                  </a:lnTo>
                  <a:lnTo>
                    <a:pt x="16259" y="17458"/>
                  </a:lnTo>
                  <a:lnTo>
                    <a:pt x="16887" y="17841"/>
                  </a:lnTo>
                  <a:lnTo>
                    <a:pt x="17044" y="17968"/>
                  </a:lnTo>
                  <a:lnTo>
                    <a:pt x="16966" y="17841"/>
                  </a:lnTo>
                  <a:lnTo>
                    <a:pt x="16573" y="17458"/>
                  </a:lnTo>
                  <a:lnTo>
                    <a:pt x="15945" y="16885"/>
                  </a:lnTo>
                  <a:lnTo>
                    <a:pt x="15081" y="16312"/>
                  </a:lnTo>
                  <a:lnTo>
                    <a:pt x="13824" y="15674"/>
                  </a:lnTo>
                  <a:lnTo>
                    <a:pt x="12253" y="15228"/>
                  </a:lnTo>
                  <a:lnTo>
                    <a:pt x="10447" y="14782"/>
                  </a:lnTo>
                  <a:lnTo>
                    <a:pt x="8090" y="14719"/>
                  </a:lnTo>
                  <a:lnTo>
                    <a:pt x="7462" y="14719"/>
                  </a:lnTo>
                  <a:lnTo>
                    <a:pt x="6912" y="14782"/>
                  </a:lnTo>
                  <a:lnTo>
                    <a:pt x="6362" y="14846"/>
                  </a:lnTo>
                  <a:lnTo>
                    <a:pt x="5734" y="14910"/>
                  </a:lnTo>
                  <a:lnTo>
                    <a:pt x="5263" y="14973"/>
                  </a:lnTo>
                  <a:lnTo>
                    <a:pt x="4713" y="15165"/>
                  </a:lnTo>
                  <a:lnTo>
                    <a:pt x="4241" y="15292"/>
                  </a:lnTo>
                  <a:lnTo>
                    <a:pt x="3849" y="15419"/>
                  </a:lnTo>
                  <a:lnTo>
                    <a:pt x="4241" y="15228"/>
                  </a:lnTo>
                  <a:lnTo>
                    <a:pt x="4713" y="14910"/>
                  </a:lnTo>
                  <a:lnTo>
                    <a:pt x="5263" y="14719"/>
                  </a:lnTo>
                  <a:lnTo>
                    <a:pt x="5655" y="14527"/>
                  </a:lnTo>
                  <a:lnTo>
                    <a:pt x="6127" y="14336"/>
                  </a:lnTo>
                  <a:lnTo>
                    <a:pt x="6676" y="14145"/>
                  </a:lnTo>
                  <a:lnTo>
                    <a:pt x="7226" y="13890"/>
                  </a:lnTo>
                  <a:lnTo>
                    <a:pt x="7776" y="13763"/>
                  </a:lnTo>
                  <a:lnTo>
                    <a:pt x="9818" y="13317"/>
                  </a:lnTo>
                  <a:lnTo>
                    <a:pt x="11782" y="13253"/>
                  </a:lnTo>
                  <a:lnTo>
                    <a:pt x="13431" y="13508"/>
                  </a:lnTo>
                  <a:lnTo>
                    <a:pt x="14924" y="13890"/>
                  </a:lnTo>
                  <a:lnTo>
                    <a:pt x="16102" y="14464"/>
                  </a:lnTo>
                  <a:lnTo>
                    <a:pt x="17044" y="14910"/>
                  </a:lnTo>
                  <a:lnTo>
                    <a:pt x="17594" y="15356"/>
                  </a:lnTo>
                  <a:lnTo>
                    <a:pt x="17751" y="15483"/>
                  </a:lnTo>
                  <a:lnTo>
                    <a:pt x="17673" y="15356"/>
                  </a:lnTo>
                  <a:lnTo>
                    <a:pt x="17359" y="14910"/>
                  </a:lnTo>
                  <a:lnTo>
                    <a:pt x="16652" y="14464"/>
                  </a:lnTo>
                  <a:lnTo>
                    <a:pt x="15866" y="13827"/>
                  </a:lnTo>
                  <a:lnTo>
                    <a:pt x="14609" y="13253"/>
                  </a:lnTo>
                  <a:lnTo>
                    <a:pt x="13039" y="12680"/>
                  </a:lnTo>
                  <a:lnTo>
                    <a:pt x="11153" y="12361"/>
                  </a:lnTo>
                  <a:lnTo>
                    <a:pt x="8876" y="12297"/>
                  </a:lnTo>
                  <a:lnTo>
                    <a:pt x="8247" y="12297"/>
                  </a:lnTo>
                  <a:lnTo>
                    <a:pt x="7697" y="12361"/>
                  </a:lnTo>
                  <a:lnTo>
                    <a:pt x="7069" y="12425"/>
                  </a:lnTo>
                  <a:lnTo>
                    <a:pt x="6598" y="12488"/>
                  </a:lnTo>
                  <a:lnTo>
                    <a:pt x="5969" y="12552"/>
                  </a:lnTo>
                  <a:lnTo>
                    <a:pt x="5498" y="12616"/>
                  </a:lnTo>
                  <a:lnTo>
                    <a:pt x="5105" y="12743"/>
                  </a:lnTo>
                  <a:lnTo>
                    <a:pt x="4556" y="12935"/>
                  </a:lnTo>
                  <a:lnTo>
                    <a:pt x="5027" y="12680"/>
                  </a:lnTo>
                  <a:lnTo>
                    <a:pt x="5498" y="12425"/>
                  </a:lnTo>
                  <a:lnTo>
                    <a:pt x="5969" y="12234"/>
                  </a:lnTo>
                  <a:lnTo>
                    <a:pt x="6441" y="12042"/>
                  </a:lnTo>
                  <a:lnTo>
                    <a:pt x="6912" y="11851"/>
                  </a:lnTo>
                  <a:lnTo>
                    <a:pt x="7383" y="11596"/>
                  </a:lnTo>
                  <a:lnTo>
                    <a:pt x="8012" y="11469"/>
                  </a:lnTo>
                  <a:lnTo>
                    <a:pt x="8483" y="11278"/>
                  </a:lnTo>
                  <a:lnTo>
                    <a:pt x="10604" y="10832"/>
                  </a:lnTo>
                  <a:lnTo>
                    <a:pt x="12489" y="10832"/>
                  </a:lnTo>
                  <a:lnTo>
                    <a:pt x="14217" y="11023"/>
                  </a:lnTo>
                  <a:lnTo>
                    <a:pt x="15709" y="11469"/>
                  </a:lnTo>
                  <a:lnTo>
                    <a:pt x="16887" y="12042"/>
                  </a:lnTo>
                  <a:lnTo>
                    <a:pt x="17751" y="12488"/>
                  </a:lnTo>
                  <a:lnTo>
                    <a:pt x="18380" y="12935"/>
                  </a:lnTo>
                  <a:lnTo>
                    <a:pt x="18537" y="13062"/>
                  </a:lnTo>
                  <a:lnTo>
                    <a:pt x="18458" y="12935"/>
                  </a:lnTo>
                  <a:lnTo>
                    <a:pt x="18065" y="12488"/>
                  </a:lnTo>
                  <a:lnTo>
                    <a:pt x="17437" y="12042"/>
                  </a:lnTo>
                  <a:lnTo>
                    <a:pt x="16573" y="11405"/>
                  </a:lnTo>
                  <a:lnTo>
                    <a:pt x="15316" y="10832"/>
                  </a:lnTo>
                  <a:lnTo>
                    <a:pt x="13745" y="10258"/>
                  </a:lnTo>
                  <a:lnTo>
                    <a:pt x="11939" y="9940"/>
                  </a:lnTo>
                  <a:lnTo>
                    <a:pt x="9583" y="9812"/>
                  </a:lnTo>
                  <a:lnTo>
                    <a:pt x="9033" y="9876"/>
                  </a:lnTo>
                  <a:lnTo>
                    <a:pt x="8404" y="9876"/>
                  </a:lnTo>
                  <a:lnTo>
                    <a:pt x="7855" y="9940"/>
                  </a:lnTo>
                  <a:lnTo>
                    <a:pt x="7305" y="10004"/>
                  </a:lnTo>
                  <a:lnTo>
                    <a:pt x="6833" y="10131"/>
                  </a:lnTo>
                  <a:lnTo>
                    <a:pt x="6362" y="10195"/>
                  </a:lnTo>
                  <a:lnTo>
                    <a:pt x="5812" y="10322"/>
                  </a:lnTo>
                  <a:lnTo>
                    <a:pt x="5420" y="10450"/>
                  </a:lnTo>
                  <a:lnTo>
                    <a:pt x="5812" y="10258"/>
                  </a:lnTo>
                  <a:lnTo>
                    <a:pt x="6362" y="10004"/>
                  </a:lnTo>
                  <a:lnTo>
                    <a:pt x="6755" y="9812"/>
                  </a:lnTo>
                  <a:lnTo>
                    <a:pt x="7226" y="9558"/>
                  </a:lnTo>
                  <a:lnTo>
                    <a:pt x="7776" y="9366"/>
                  </a:lnTo>
                  <a:lnTo>
                    <a:pt x="8247" y="9175"/>
                  </a:lnTo>
                  <a:lnTo>
                    <a:pt x="8719" y="9048"/>
                  </a:lnTo>
                  <a:lnTo>
                    <a:pt x="9268" y="8857"/>
                  </a:lnTo>
                  <a:lnTo>
                    <a:pt x="11311" y="8347"/>
                  </a:lnTo>
                  <a:lnTo>
                    <a:pt x="13274" y="8347"/>
                  </a:lnTo>
                  <a:lnTo>
                    <a:pt x="14924" y="8602"/>
                  </a:lnTo>
                  <a:lnTo>
                    <a:pt x="16416" y="8984"/>
                  </a:lnTo>
                  <a:lnTo>
                    <a:pt x="17594" y="9494"/>
                  </a:lnTo>
                  <a:lnTo>
                    <a:pt x="18537" y="10004"/>
                  </a:lnTo>
                  <a:lnTo>
                    <a:pt x="19087" y="10386"/>
                  </a:lnTo>
                  <a:lnTo>
                    <a:pt x="19244" y="10513"/>
                  </a:lnTo>
                  <a:lnTo>
                    <a:pt x="19165" y="10386"/>
                  </a:lnTo>
                  <a:lnTo>
                    <a:pt x="18851" y="10004"/>
                  </a:lnTo>
                  <a:lnTo>
                    <a:pt x="18223" y="9494"/>
                  </a:lnTo>
                  <a:lnTo>
                    <a:pt x="17359" y="8920"/>
                  </a:lnTo>
                  <a:lnTo>
                    <a:pt x="16102" y="8283"/>
                  </a:lnTo>
                  <a:lnTo>
                    <a:pt x="14531" y="7773"/>
                  </a:lnTo>
                  <a:lnTo>
                    <a:pt x="12646" y="7455"/>
                  </a:lnTo>
                  <a:lnTo>
                    <a:pt x="10368" y="7327"/>
                  </a:lnTo>
                  <a:lnTo>
                    <a:pt x="9740" y="7327"/>
                  </a:lnTo>
                  <a:lnTo>
                    <a:pt x="9190" y="7455"/>
                  </a:lnTo>
                  <a:lnTo>
                    <a:pt x="8561" y="7519"/>
                  </a:lnTo>
                  <a:lnTo>
                    <a:pt x="8090" y="7582"/>
                  </a:lnTo>
                  <a:lnTo>
                    <a:pt x="7619" y="7646"/>
                  </a:lnTo>
                  <a:lnTo>
                    <a:pt x="7069" y="7773"/>
                  </a:lnTo>
                  <a:lnTo>
                    <a:pt x="6598" y="7837"/>
                  </a:lnTo>
                  <a:lnTo>
                    <a:pt x="6127" y="7965"/>
                  </a:lnTo>
                  <a:lnTo>
                    <a:pt x="6598" y="7773"/>
                  </a:lnTo>
                  <a:lnTo>
                    <a:pt x="7069" y="7582"/>
                  </a:lnTo>
                  <a:lnTo>
                    <a:pt x="7462" y="7327"/>
                  </a:lnTo>
                  <a:lnTo>
                    <a:pt x="8012" y="7136"/>
                  </a:lnTo>
                  <a:lnTo>
                    <a:pt x="8483" y="6945"/>
                  </a:lnTo>
                  <a:lnTo>
                    <a:pt x="9033" y="6754"/>
                  </a:lnTo>
                  <a:lnTo>
                    <a:pt x="9504" y="6563"/>
                  </a:lnTo>
                  <a:lnTo>
                    <a:pt x="9975" y="6372"/>
                  </a:lnTo>
                  <a:lnTo>
                    <a:pt x="12096" y="5862"/>
                  </a:lnTo>
                  <a:lnTo>
                    <a:pt x="13981" y="5862"/>
                  </a:lnTo>
                  <a:lnTo>
                    <a:pt x="15788" y="6053"/>
                  </a:lnTo>
                  <a:lnTo>
                    <a:pt x="17280" y="6563"/>
                  </a:lnTo>
                  <a:lnTo>
                    <a:pt x="18458" y="7073"/>
                  </a:lnTo>
                  <a:lnTo>
                    <a:pt x="19322" y="7582"/>
                  </a:lnTo>
                  <a:lnTo>
                    <a:pt x="19951" y="7965"/>
                  </a:lnTo>
                  <a:lnTo>
                    <a:pt x="20108" y="8092"/>
                  </a:lnTo>
                  <a:lnTo>
                    <a:pt x="20029" y="7965"/>
                  </a:lnTo>
                  <a:lnTo>
                    <a:pt x="19636" y="7582"/>
                  </a:lnTo>
                  <a:lnTo>
                    <a:pt x="19008" y="7073"/>
                  </a:lnTo>
                  <a:lnTo>
                    <a:pt x="18065" y="6499"/>
                  </a:lnTo>
                  <a:lnTo>
                    <a:pt x="16887" y="5862"/>
                  </a:lnTo>
                  <a:lnTo>
                    <a:pt x="15316" y="5352"/>
                  </a:lnTo>
                  <a:lnTo>
                    <a:pt x="13431" y="4970"/>
                  </a:lnTo>
                  <a:lnTo>
                    <a:pt x="11075" y="4906"/>
                  </a:lnTo>
                  <a:lnTo>
                    <a:pt x="10525" y="4906"/>
                  </a:lnTo>
                  <a:lnTo>
                    <a:pt x="9897" y="4970"/>
                  </a:lnTo>
                  <a:lnTo>
                    <a:pt x="9425" y="5034"/>
                  </a:lnTo>
                  <a:lnTo>
                    <a:pt x="8876" y="5097"/>
                  </a:lnTo>
                  <a:lnTo>
                    <a:pt x="8326" y="5161"/>
                  </a:lnTo>
                  <a:lnTo>
                    <a:pt x="7855" y="5288"/>
                  </a:lnTo>
                  <a:lnTo>
                    <a:pt x="7305" y="5416"/>
                  </a:lnTo>
                  <a:lnTo>
                    <a:pt x="6912" y="5543"/>
                  </a:lnTo>
                  <a:lnTo>
                    <a:pt x="7305" y="5352"/>
                  </a:lnTo>
                  <a:lnTo>
                    <a:pt x="7855" y="5034"/>
                  </a:lnTo>
                  <a:lnTo>
                    <a:pt x="8247" y="4842"/>
                  </a:lnTo>
                  <a:lnTo>
                    <a:pt x="8719" y="4651"/>
                  </a:lnTo>
                  <a:lnTo>
                    <a:pt x="9268" y="4460"/>
                  </a:lnTo>
                  <a:lnTo>
                    <a:pt x="9740" y="4269"/>
                  </a:lnTo>
                  <a:lnTo>
                    <a:pt x="10289" y="4078"/>
                  </a:lnTo>
                  <a:lnTo>
                    <a:pt x="10839" y="3887"/>
                  </a:lnTo>
                  <a:lnTo>
                    <a:pt x="12960" y="3441"/>
                  </a:lnTo>
                  <a:lnTo>
                    <a:pt x="14845" y="3441"/>
                  </a:lnTo>
                  <a:lnTo>
                    <a:pt x="16495" y="3632"/>
                  </a:lnTo>
                  <a:lnTo>
                    <a:pt x="17987" y="4078"/>
                  </a:lnTo>
                  <a:lnTo>
                    <a:pt x="19165" y="4651"/>
                  </a:lnTo>
                  <a:lnTo>
                    <a:pt x="20108" y="5097"/>
                  </a:lnTo>
                  <a:lnTo>
                    <a:pt x="20657" y="5543"/>
                  </a:lnTo>
                  <a:lnTo>
                    <a:pt x="20893" y="5671"/>
                  </a:lnTo>
                  <a:lnTo>
                    <a:pt x="20736" y="5543"/>
                  </a:lnTo>
                  <a:lnTo>
                    <a:pt x="20343" y="5097"/>
                  </a:lnTo>
                  <a:lnTo>
                    <a:pt x="19793" y="4588"/>
                  </a:lnTo>
                  <a:lnTo>
                    <a:pt x="18851" y="3950"/>
                  </a:lnTo>
                  <a:lnTo>
                    <a:pt x="17594" y="3377"/>
                  </a:lnTo>
                  <a:lnTo>
                    <a:pt x="16102" y="2867"/>
                  </a:lnTo>
                  <a:lnTo>
                    <a:pt x="14217" y="2485"/>
                  </a:lnTo>
                  <a:lnTo>
                    <a:pt x="11860" y="2421"/>
                  </a:lnTo>
                  <a:lnTo>
                    <a:pt x="11232" y="2421"/>
                  </a:lnTo>
                  <a:lnTo>
                    <a:pt x="10682" y="2485"/>
                  </a:lnTo>
                  <a:lnTo>
                    <a:pt x="10211" y="2549"/>
                  </a:lnTo>
                  <a:lnTo>
                    <a:pt x="9583" y="2612"/>
                  </a:lnTo>
                  <a:lnTo>
                    <a:pt x="9111" y="2676"/>
                  </a:lnTo>
                  <a:lnTo>
                    <a:pt x="8561" y="2804"/>
                  </a:lnTo>
                  <a:lnTo>
                    <a:pt x="8090" y="2931"/>
                  </a:lnTo>
                  <a:lnTo>
                    <a:pt x="7697" y="3122"/>
                  </a:lnTo>
                  <a:lnTo>
                    <a:pt x="8090" y="2867"/>
                  </a:lnTo>
                  <a:lnTo>
                    <a:pt x="8561" y="2612"/>
                  </a:lnTo>
                  <a:lnTo>
                    <a:pt x="9111" y="2421"/>
                  </a:lnTo>
                  <a:lnTo>
                    <a:pt x="9504" y="2230"/>
                  </a:lnTo>
                  <a:lnTo>
                    <a:pt x="9975" y="2039"/>
                  </a:lnTo>
                  <a:lnTo>
                    <a:pt x="10525" y="1784"/>
                  </a:lnTo>
                  <a:lnTo>
                    <a:pt x="11075" y="1593"/>
                  </a:lnTo>
                  <a:lnTo>
                    <a:pt x="11625" y="1465"/>
                  </a:lnTo>
                  <a:lnTo>
                    <a:pt x="13667" y="1019"/>
                  </a:lnTo>
                  <a:lnTo>
                    <a:pt x="15631" y="956"/>
                  </a:lnTo>
                  <a:lnTo>
                    <a:pt x="17280" y="1211"/>
                  </a:lnTo>
                  <a:lnTo>
                    <a:pt x="18772" y="1593"/>
                  </a:lnTo>
                  <a:lnTo>
                    <a:pt x="19951" y="2166"/>
                  </a:lnTo>
                  <a:lnTo>
                    <a:pt x="20893" y="2612"/>
                  </a:lnTo>
                  <a:lnTo>
                    <a:pt x="21443" y="2995"/>
                  </a:lnTo>
                  <a:lnTo>
                    <a:pt x="21600" y="3186"/>
                  </a:lnTo>
                  <a:lnTo>
                    <a:pt x="21521" y="2995"/>
                  </a:lnTo>
                  <a:lnTo>
                    <a:pt x="21129" y="2612"/>
                  </a:lnTo>
                  <a:lnTo>
                    <a:pt x="20500" y="2166"/>
                  </a:lnTo>
                  <a:lnTo>
                    <a:pt x="19636" y="1529"/>
                  </a:lnTo>
                  <a:lnTo>
                    <a:pt x="18380" y="956"/>
                  </a:lnTo>
                  <a:lnTo>
                    <a:pt x="16887" y="382"/>
                  </a:lnTo>
                  <a:lnTo>
                    <a:pt x="14924" y="64"/>
                  </a:lnTo>
                  <a:lnTo>
                    <a:pt x="12567" y="0"/>
                  </a:lnTo>
                  <a:lnTo>
                    <a:pt x="11153" y="64"/>
                  </a:lnTo>
                  <a:lnTo>
                    <a:pt x="9818" y="255"/>
                  </a:lnTo>
                  <a:lnTo>
                    <a:pt x="8640" y="510"/>
                  </a:lnTo>
                  <a:lnTo>
                    <a:pt x="7619" y="892"/>
                  </a:lnTo>
                  <a:lnTo>
                    <a:pt x="6676" y="1274"/>
                  </a:lnTo>
                  <a:lnTo>
                    <a:pt x="5812" y="1657"/>
                  </a:lnTo>
                  <a:lnTo>
                    <a:pt x="5184" y="2103"/>
                  </a:lnTo>
                  <a:lnTo>
                    <a:pt x="4556" y="2485"/>
                  </a:lnTo>
                  <a:lnTo>
                    <a:pt x="4791" y="4078"/>
                  </a:lnTo>
                  <a:lnTo>
                    <a:pt x="5027" y="5798"/>
                  </a:lnTo>
                  <a:lnTo>
                    <a:pt x="5105" y="7519"/>
                  </a:lnTo>
                  <a:lnTo>
                    <a:pt x="5105" y="9112"/>
                  </a:lnTo>
                  <a:lnTo>
                    <a:pt x="4791" y="10768"/>
                  </a:lnTo>
                  <a:lnTo>
                    <a:pt x="4477" y="12234"/>
                  </a:lnTo>
                  <a:lnTo>
                    <a:pt x="3927" y="13572"/>
                  </a:lnTo>
                  <a:lnTo>
                    <a:pt x="3063" y="14719"/>
                  </a:lnTo>
                  <a:lnTo>
                    <a:pt x="2121" y="15738"/>
                  </a:lnTo>
                  <a:lnTo>
                    <a:pt x="1492" y="16758"/>
                  </a:lnTo>
                  <a:lnTo>
                    <a:pt x="943" y="17713"/>
                  </a:lnTo>
                  <a:lnTo>
                    <a:pt x="550" y="18669"/>
                  </a:lnTo>
                  <a:lnTo>
                    <a:pt x="236" y="19497"/>
                  </a:lnTo>
                  <a:lnTo>
                    <a:pt x="79" y="20262"/>
                  </a:lnTo>
                  <a:lnTo>
                    <a:pt x="0" y="20963"/>
                  </a:lnTo>
                  <a:lnTo>
                    <a:pt x="0" y="21600"/>
                  </a:lnTo>
                  <a:lnTo>
                    <a:pt x="628" y="21218"/>
                  </a:lnTo>
                  <a:lnTo>
                    <a:pt x="1335" y="20835"/>
                  </a:lnTo>
                  <a:lnTo>
                    <a:pt x="2042" y="20453"/>
                  </a:lnTo>
                  <a:lnTo>
                    <a:pt x="2828" y="20071"/>
                  </a:lnTo>
                  <a:lnTo>
                    <a:pt x="3613" y="19688"/>
                  </a:lnTo>
                  <a:lnTo>
                    <a:pt x="4399" y="19306"/>
                  </a:lnTo>
                  <a:lnTo>
                    <a:pt x="5341" y="18988"/>
                  </a:lnTo>
                  <a:lnTo>
                    <a:pt x="6284" y="18733"/>
                  </a:lnTo>
                  <a:lnTo>
                    <a:pt x="8326" y="18223"/>
                  </a:lnTo>
                  <a:lnTo>
                    <a:pt x="10289" y="18159"/>
                  </a:lnTo>
                  <a:lnTo>
                    <a:pt x="11939" y="18478"/>
                  </a:lnTo>
                  <a:lnTo>
                    <a:pt x="13431" y="18860"/>
                  </a:lnTo>
                  <a:lnTo>
                    <a:pt x="14609" y="19370"/>
                  </a:lnTo>
                  <a:lnTo>
                    <a:pt x="15552" y="19880"/>
                  </a:lnTo>
                  <a:lnTo>
                    <a:pt x="16102" y="20262"/>
                  </a:lnTo>
                  <a:lnTo>
                    <a:pt x="16259" y="20389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3" name="Shape"/>
            <p:cNvSpPr/>
            <p:nvPr/>
          </p:nvSpPr>
          <p:spPr>
            <a:xfrm>
              <a:off x="1079500" y="738187"/>
              <a:ext cx="192088" cy="74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14" y="450"/>
                  </a:moveTo>
                  <a:lnTo>
                    <a:pt x="8658" y="1800"/>
                  </a:lnTo>
                  <a:lnTo>
                    <a:pt x="6337" y="3825"/>
                  </a:lnTo>
                  <a:lnTo>
                    <a:pt x="4374" y="6975"/>
                  </a:lnTo>
                  <a:lnTo>
                    <a:pt x="2767" y="10125"/>
                  </a:lnTo>
                  <a:lnTo>
                    <a:pt x="1517" y="13500"/>
                  </a:lnTo>
                  <a:lnTo>
                    <a:pt x="625" y="15975"/>
                  </a:lnTo>
                  <a:lnTo>
                    <a:pt x="179" y="18000"/>
                  </a:lnTo>
                  <a:lnTo>
                    <a:pt x="0" y="18675"/>
                  </a:lnTo>
                  <a:lnTo>
                    <a:pt x="1696" y="21150"/>
                  </a:lnTo>
                  <a:lnTo>
                    <a:pt x="5266" y="21600"/>
                  </a:lnTo>
                  <a:lnTo>
                    <a:pt x="5623" y="20700"/>
                  </a:lnTo>
                  <a:lnTo>
                    <a:pt x="6516" y="18900"/>
                  </a:lnTo>
                  <a:lnTo>
                    <a:pt x="7408" y="16425"/>
                  </a:lnTo>
                  <a:lnTo>
                    <a:pt x="7676" y="13950"/>
                  </a:lnTo>
                  <a:lnTo>
                    <a:pt x="7408" y="12375"/>
                  </a:lnTo>
                  <a:lnTo>
                    <a:pt x="6783" y="12375"/>
                  </a:lnTo>
                  <a:lnTo>
                    <a:pt x="6159" y="13725"/>
                  </a:lnTo>
                  <a:lnTo>
                    <a:pt x="5445" y="15300"/>
                  </a:lnTo>
                  <a:lnTo>
                    <a:pt x="4998" y="15975"/>
                  </a:lnTo>
                  <a:lnTo>
                    <a:pt x="4641" y="15750"/>
                  </a:lnTo>
                  <a:lnTo>
                    <a:pt x="4374" y="15075"/>
                  </a:lnTo>
                  <a:lnTo>
                    <a:pt x="4284" y="14625"/>
                  </a:lnTo>
                  <a:lnTo>
                    <a:pt x="4374" y="14400"/>
                  </a:lnTo>
                  <a:lnTo>
                    <a:pt x="4641" y="13725"/>
                  </a:lnTo>
                  <a:lnTo>
                    <a:pt x="4998" y="12600"/>
                  </a:lnTo>
                  <a:lnTo>
                    <a:pt x="5623" y="11250"/>
                  </a:lnTo>
                  <a:lnTo>
                    <a:pt x="6516" y="9900"/>
                  </a:lnTo>
                  <a:lnTo>
                    <a:pt x="7587" y="8325"/>
                  </a:lnTo>
                  <a:lnTo>
                    <a:pt x="8926" y="6750"/>
                  </a:lnTo>
                  <a:lnTo>
                    <a:pt x="10443" y="5175"/>
                  </a:lnTo>
                  <a:lnTo>
                    <a:pt x="12228" y="4050"/>
                  </a:lnTo>
                  <a:lnTo>
                    <a:pt x="14013" y="3150"/>
                  </a:lnTo>
                  <a:lnTo>
                    <a:pt x="15888" y="2700"/>
                  </a:lnTo>
                  <a:lnTo>
                    <a:pt x="17673" y="2475"/>
                  </a:lnTo>
                  <a:lnTo>
                    <a:pt x="19190" y="2250"/>
                  </a:lnTo>
                  <a:lnTo>
                    <a:pt x="20440" y="2250"/>
                  </a:lnTo>
                  <a:lnTo>
                    <a:pt x="21332" y="2475"/>
                  </a:lnTo>
                  <a:lnTo>
                    <a:pt x="21600" y="2475"/>
                  </a:lnTo>
                  <a:lnTo>
                    <a:pt x="21511" y="2250"/>
                  </a:lnTo>
                  <a:lnTo>
                    <a:pt x="21154" y="2025"/>
                  </a:lnTo>
                  <a:lnTo>
                    <a:pt x="20529" y="1350"/>
                  </a:lnTo>
                  <a:lnTo>
                    <a:pt x="19636" y="675"/>
                  </a:lnTo>
                  <a:lnTo>
                    <a:pt x="18298" y="225"/>
                  </a:lnTo>
                  <a:lnTo>
                    <a:pt x="16512" y="0"/>
                  </a:lnTo>
                  <a:lnTo>
                    <a:pt x="14281" y="0"/>
                  </a:lnTo>
                  <a:lnTo>
                    <a:pt x="11514" y="45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4" name="Shape"/>
            <p:cNvSpPr/>
            <p:nvPr/>
          </p:nvSpPr>
          <p:spPr>
            <a:xfrm>
              <a:off x="1160462" y="765175"/>
              <a:ext cx="85726" cy="22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90" y="0"/>
                  </a:moveTo>
                  <a:lnTo>
                    <a:pt x="7469" y="771"/>
                  </a:lnTo>
                  <a:lnTo>
                    <a:pt x="5652" y="2314"/>
                  </a:lnTo>
                  <a:lnTo>
                    <a:pt x="4239" y="3857"/>
                  </a:lnTo>
                  <a:lnTo>
                    <a:pt x="3230" y="6171"/>
                  </a:lnTo>
                  <a:lnTo>
                    <a:pt x="2019" y="7714"/>
                  </a:lnTo>
                  <a:lnTo>
                    <a:pt x="1413" y="9257"/>
                  </a:lnTo>
                  <a:lnTo>
                    <a:pt x="1211" y="10800"/>
                  </a:lnTo>
                  <a:lnTo>
                    <a:pt x="1009" y="10800"/>
                  </a:lnTo>
                  <a:lnTo>
                    <a:pt x="1009" y="11571"/>
                  </a:lnTo>
                  <a:lnTo>
                    <a:pt x="807" y="12343"/>
                  </a:lnTo>
                  <a:lnTo>
                    <a:pt x="606" y="13886"/>
                  </a:lnTo>
                  <a:lnTo>
                    <a:pt x="404" y="15429"/>
                  </a:lnTo>
                  <a:lnTo>
                    <a:pt x="202" y="16971"/>
                  </a:lnTo>
                  <a:lnTo>
                    <a:pt x="202" y="19286"/>
                  </a:lnTo>
                  <a:lnTo>
                    <a:pt x="0" y="20829"/>
                  </a:lnTo>
                  <a:lnTo>
                    <a:pt x="0" y="21600"/>
                  </a:lnTo>
                  <a:lnTo>
                    <a:pt x="202" y="21600"/>
                  </a:lnTo>
                  <a:lnTo>
                    <a:pt x="807" y="20829"/>
                  </a:lnTo>
                  <a:lnTo>
                    <a:pt x="1615" y="19286"/>
                  </a:lnTo>
                  <a:lnTo>
                    <a:pt x="2826" y="16971"/>
                  </a:lnTo>
                  <a:lnTo>
                    <a:pt x="4239" y="15429"/>
                  </a:lnTo>
                  <a:lnTo>
                    <a:pt x="5652" y="13886"/>
                  </a:lnTo>
                  <a:lnTo>
                    <a:pt x="7671" y="11571"/>
                  </a:lnTo>
                  <a:lnTo>
                    <a:pt x="9286" y="9257"/>
                  </a:lnTo>
                  <a:lnTo>
                    <a:pt x="11305" y="7714"/>
                  </a:lnTo>
                  <a:lnTo>
                    <a:pt x="13525" y="6171"/>
                  </a:lnTo>
                  <a:lnTo>
                    <a:pt x="15342" y="3857"/>
                  </a:lnTo>
                  <a:lnTo>
                    <a:pt x="17361" y="3086"/>
                  </a:lnTo>
                  <a:lnTo>
                    <a:pt x="18976" y="3086"/>
                  </a:lnTo>
                  <a:lnTo>
                    <a:pt x="20389" y="2314"/>
                  </a:lnTo>
                  <a:lnTo>
                    <a:pt x="21196" y="2314"/>
                  </a:lnTo>
                  <a:lnTo>
                    <a:pt x="21600" y="2314"/>
                  </a:lnTo>
                  <a:lnTo>
                    <a:pt x="21398" y="2314"/>
                  </a:lnTo>
                  <a:lnTo>
                    <a:pt x="20591" y="1543"/>
                  </a:lnTo>
                  <a:lnTo>
                    <a:pt x="19379" y="1543"/>
                  </a:lnTo>
                  <a:lnTo>
                    <a:pt x="17966" y="771"/>
                  </a:lnTo>
                  <a:lnTo>
                    <a:pt x="15948" y="771"/>
                  </a:lnTo>
                  <a:lnTo>
                    <a:pt x="14131" y="0"/>
                  </a:lnTo>
                  <a:lnTo>
                    <a:pt x="11708" y="0"/>
                  </a:lnTo>
                  <a:lnTo>
                    <a:pt x="9690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round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</p:grpSp>
      <p:grpSp>
        <p:nvGrpSpPr>
          <p:cNvPr id="802" name="Group"/>
          <p:cNvGrpSpPr/>
          <p:nvPr/>
        </p:nvGrpSpPr>
        <p:grpSpPr>
          <a:xfrm>
            <a:off x="5854681" y="1206473"/>
            <a:ext cx="2285747" cy="1439874"/>
            <a:chOff x="0" y="0"/>
            <a:chExt cx="2285746" cy="1439873"/>
          </a:xfrm>
        </p:grpSpPr>
        <p:sp>
          <p:nvSpPr>
            <p:cNvPr id="796" name="Shape"/>
            <p:cNvSpPr/>
            <p:nvPr/>
          </p:nvSpPr>
          <p:spPr>
            <a:xfrm>
              <a:off x="0" y="-1"/>
              <a:ext cx="2285747" cy="10286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64" h="20623" extrusionOk="0">
                  <a:moveTo>
                    <a:pt x="1919" y="6857"/>
                  </a:moveTo>
                  <a:cubicBezTo>
                    <a:pt x="744" y="7018"/>
                    <a:pt x="-110" y="8412"/>
                    <a:pt x="11" y="9971"/>
                  </a:cubicBezTo>
                  <a:cubicBezTo>
                    <a:pt x="81" y="10871"/>
                    <a:pt x="470" y="11672"/>
                    <a:pt x="1058" y="12130"/>
                  </a:cubicBezTo>
                  <a:lnTo>
                    <a:pt x="1047" y="12097"/>
                  </a:lnTo>
                  <a:cubicBezTo>
                    <a:pt x="237" y="13237"/>
                    <a:pt x="282" y="15025"/>
                    <a:pt x="1147" y="16091"/>
                  </a:cubicBezTo>
                  <a:cubicBezTo>
                    <a:pt x="1608" y="16659"/>
                    <a:pt x="2236" y="16931"/>
                    <a:pt x="2864" y="16834"/>
                  </a:cubicBezTo>
                  <a:lnTo>
                    <a:pt x="2853" y="16853"/>
                  </a:lnTo>
                  <a:cubicBezTo>
                    <a:pt x="3897" y="19265"/>
                    <a:pt x="6219" y="20100"/>
                    <a:pt x="8040" y="18718"/>
                  </a:cubicBezTo>
                  <a:cubicBezTo>
                    <a:pt x="8063" y="18700"/>
                    <a:pt x="8086" y="18683"/>
                    <a:pt x="8108" y="18665"/>
                  </a:cubicBezTo>
                  <a:lnTo>
                    <a:pt x="8102" y="18668"/>
                  </a:lnTo>
                  <a:cubicBezTo>
                    <a:pt x="9122" y="20688"/>
                    <a:pt x="11186" y="21231"/>
                    <a:pt x="12712" y="19881"/>
                  </a:cubicBezTo>
                  <a:cubicBezTo>
                    <a:pt x="13352" y="19315"/>
                    <a:pt x="13823" y="18473"/>
                    <a:pt x="14046" y="17498"/>
                  </a:cubicBezTo>
                  <a:lnTo>
                    <a:pt x="14050" y="17522"/>
                  </a:lnTo>
                  <a:cubicBezTo>
                    <a:pt x="15384" y="18621"/>
                    <a:pt x="17141" y="18085"/>
                    <a:pt x="17974" y="16325"/>
                  </a:cubicBezTo>
                  <a:cubicBezTo>
                    <a:pt x="18252" y="15737"/>
                    <a:pt x="18401" y="15059"/>
                    <a:pt x="18406" y="14366"/>
                  </a:cubicBezTo>
                  <a:lnTo>
                    <a:pt x="18400" y="14357"/>
                  </a:lnTo>
                  <a:cubicBezTo>
                    <a:pt x="20223" y="14013"/>
                    <a:pt x="21490" y="11783"/>
                    <a:pt x="21229" y="9377"/>
                  </a:cubicBezTo>
                  <a:cubicBezTo>
                    <a:pt x="21148" y="8627"/>
                    <a:pt x="20922" y="7918"/>
                    <a:pt x="20573" y="7318"/>
                  </a:cubicBezTo>
                  <a:lnTo>
                    <a:pt x="20566" y="7316"/>
                  </a:lnTo>
                  <a:cubicBezTo>
                    <a:pt x="21137" y="5554"/>
                    <a:pt x="20520" y="3512"/>
                    <a:pt x="19188" y="2756"/>
                  </a:cubicBezTo>
                  <a:cubicBezTo>
                    <a:pt x="19076" y="2693"/>
                    <a:pt x="18961" y="2640"/>
                    <a:pt x="18843" y="2597"/>
                  </a:cubicBezTo>
                  <a:lnTo>
                    <a:pt x="18852" y="2591"/>
                  </a:lnTo>
                  <a:cubicBezTo>
                    <a:pt x="18618" y="879"/>
                    <a:pt x="17375" y="-258"/>
                    <a:pt x="16075" y="50"/>
                  </a:cubicBezTo>
                  <a:cubicBezTo>
                    <a:pt x="15529" y="180"/>
                    <a:pt x="15034" y="555"/>
                    <a:pt x="14675" y="1113"/>
                  </a:cubicBezTo>
                  <a:lnTo>
                    <a:pt x="14679" y="1117"/>
                  </a:lnTo>
                  <a:cubicBezTo>
                    <a:pt x="13960" y="-129"/>
                    <a:pt x="12611" y="-369"/>
                    <a:pt x="11668" y="582"/>
                  </a:cubicBezTo>
                  <a:cubicBezTo>
                    <a:pt x="11406" y="845"/>
                    <a:pt x="11194" y="1183"/>
                    <a:pt x="11048" y="1572"/>
                  </a:cubicBezTo>
                  <a:lnTo>
                    <a:pt x="11055" y="1618"/>
                  </a:lnTo>
                  <a:cubicBezTo>
                    <a:pt x="10022" y="274"/>
                    <a:pt x="8360" y="291"/>
                    <a:pt x="7343" y="1657"/>
                  </a:cubicBezTo>
                  <a:cubicBezTo>
                    <a:pt x="7165" y="1895"/>
                    <a:pt x="7014" y="2167"/>
                    <a:pt x="6895" y="2463"/>
                  </a:cubicBezTo>
                  <a:lnTo>
                    <a:pt x="6887" y="2485"/>
                  </a:lnTo>
                  <a:cubicBezTo>
                    <a:pt x="5303" y="1260"/>
                    <a:pt x="3266" y="1962"/>
                    <a:pt x="2338" y="4053"/>
                  </a:cubicBezTo>
                  <a:cubicBezTo>
                    <a:pt x="1962" y="4900"/>
                    <a:pt x="1812" y="5889"/>
                    <a:pt x="1913" y="6862"/>
                  </a:cubicBezTo>
                  <a:close/>
                </a:path>
              </a:pathLst>
            </a:cu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7" name="Oval"/>
            <p:cNvSpPr/>
            <p:nvPr/>
          </p:nvSpPr>
          <p:spPr>
            <a:xfrm>
              <a:off x="1391938" y="1035585"/>
              <a:ext cx="381001" cy="17145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8" name="Oval"/>
            <p:cNvSpPr/>
            <p:nvPr/>
          </p:nvSpPr>
          <p:spPr>
            <a:xfrm>
              <a:off x="1580110" y="1236324"/>
              <a:ext cx="254001" cy="11430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799" name="Oval"/>
            <p:cNvSpPr/>
            <p:nvPr/>
          </p:nvSpPr>
          <p:spPr>
            <a:xfrm>
              <a:off x="1728805" y="1382723"/>
              <a:ext cx="127001" cy="57151"/>
            </a:xfrm>
            <a:prstGeom prst="ellipse">
              <a:avLst/>
            </a:prstGeom>
            <a:solidFill>
              <a:srgbClr val="C6E6E9"/>
            </a:solidFill>
            <a:ln w="12700" cap="flat">
              <a:solidFill>
                <a:srgbClr val="727272"/>
              </a:solidFill>
              <a:prstDash val="solid"/>
              <a:miter lim="400000"/>
            </a:ln>
            <a:effectLst>
              <a:outerShdw blurRad="63500" dist="101600" dir="2700000" rotWithShape="0">
                <a:srgbClr val="D6A800">
                  <a:alpha val="75000"/>
                </a:srgb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00" name="Shape"/>
            <p:cNvSpPr/>
            <p:nvPr/>
          </p:nvSpPr>
          <p:spPr>
            <a:xfrm>
              <a:off x="113750" y="55526"/>
              <a:ext cx="2097043" cy="8755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3555"/>
                  </a:moveTo>
                  <a:cubicBezTo>
                    <a:pt x="417" y="13915"/>
                    <a:pt x="899" y="14078"/>
                    <a:pt x="1381" y="14023"/>
                  </a:cubicBezTo>
                  <a:moveTo>
                    <a:pt x="2000" y="19344"/>
                  </a:moveTo>
                  <a:cubicBezTo>
                    <a:pt x="2207" y="19308"/>
                    <a:pt x="2410" y="19233"/>
                    <a:pt x="2604" y="19120"/>
                  </a:cubicBezTo>
                  <a:moveTo>
                    <a:pt x="7435" y="20578"/>
                  </a:moveTo>
                  <a:cubicBezTo>
                    <a:pt x="7532" y="20937"/>
                    <a:pt x="7654" y="21279"/>
                    <a:pt x="7799" y="21600"/>
                  </a:cubicBezTo>
                  <a:moveTo>
                    <a:pt x="14381" y="20160"/>
                  </a:moveTo>
                  <a:cubicBezTo>
                    <a:pt x="14456" y="19795"/>
                    <a:pt x="14505" y="19419"/>
                    <a:pt x="14527" y="19039"/>
                  </a:cubicBezTo>
                  <a:moveTo>
                    <a:pt x="19208" y="16307"/>
                  </a:moveTo>
                  <a:cubicBezTo>
                    <a:pt x="19218" y="14526"/>
                    <a:pt x="18528" y="12895"/>
                    <a:pt x="17436" y="12115"/>
                  </a:cubicBezTo>
                  <a:moveTo>
                    <a:pt x="20811" y="9204"/>
                  </a:moveTo>
                  <a:cubicBezTo>
                    <a:pt x="21153" y="8777"/>
                    <a:pt x="21423" y="8239"/>
                    <a:pt x="21600" y="7632"/>
                  </a:cubicBezTo>
                  <a:moveTo>
                    <a:pt x="19744" y="2561"/>
                  </a:moveTo>
                  <a:cubicBezTo>
                    <a:pt x="19747" y="2312"/>
                    <a:pt x="19733" y="2063"/>
                    <a:pt x="19702" y="1818"/>
                  </a:cubicBezTo>
                  <a:moveTo>
                    <a:pt x="15078" y="0"/>
                  </a:moveTo>
                  <a:cubicBezTo>
                    <a:pt x="14912" y="285"/>
                    <a:pt x="14776" y="604"/>
                    <a:pt x="14673" y="947"/>
                  </a:cubicBezTo>
                  <a:moveTo>
                    <a:pt x="11061" y="564"/>
                  </a:moveTo>
                  <a:cubicBezTo>
                    <a:pt x="10973" y="823"/>
                    <a:pt x="10907" y="1098"/>
                    <a:pt x="10865" y="1381"/>
                  </a:cubicBezTo>
                  <a:moveTo>
                    <a:pt x="7163" y="2480"/>
                  </a:moveTo>
                  <a:cubicBezTo>
                    <a:pt x="6949" y="2175"/>
                    <a:pt x="6711" y="1909"/>
                    <a:pt x="6454" y="1688"/>
                  </a:cubicBezTo>
                  <a:moveTo>
                    <a:pt x="946" y="7074"/>
                  </a:moveTo>
                  <a:cubicBezTo>
                    <a:pt x="973" y="7356"/>
                    <a:pt x="1014" y="7635"/>
                    <a:pt x="1070" y="7907"/>
                  </a:cubicBezTo>
                </a:path>
              </a:pathLst>
            </a:custGeom>
            <a:noFill/>
            <a:ln w="12700" cap="flat">
              <a:solidFill>
                <a:srgbClr val="727272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40639" marR="40639" defTabSz="914400">
                <a:defRPr sz="18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sp>
          <p:nvSpPr>
            <p:cNvPr id="801" name="Hmm.."/>
            <p:cNvSpPr txBox="1"/>
            <p:nvPr/>
          </p:nvSpPr>
          <p:spPr>
            <a:xfrm>
              <a:off x="312438" y="155379"/>
              <a:ext cx="1498601" cy="1168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8100" tIns="38100" rIns="38100" bIns="38100" numCol="1" anchor="t">
              <a:spAutoFit/>
            </a:bodyPr>
            <a:lstStyle>
              <a:lvl1pPr marL="40736" marR="34233" algn="ctr" defTabSz="914400">
                <a:buClr>
                  <a:srgbClr val="727272"/>
                </a:buClr>
                <a:buFont typeface="Tahoma"/>
                <a:defRPr sz="3600">
                  <a:solidFill>
                    <a:srgbClr val="727272"/>
                  </a:solidFill>
                  <a:uFill>
                    <a:solidFill>
                      <a:srgbClr val="727272"/>
                    </a:solidFill>
                  </a:uFill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r>
                <a:t>Hmm..</a:t>
              </a:r>
            </a:p>
          </p:txBody>
        </p:sp>
      </p:grpSp>
      <p:sp>
        <p:nvSpPr>
          <p:cNvPr id="803" name="Why do we need them?…"/>
          <p:cNvSpPr txBox="1">
            <a:spLocks noGrp="1"/>
          </p:cNvSpPr>
          <p:nvPr>
            <p:ph type="body" idx="1"/>
          </p:nvPr>
        </p:nvSpPr>
        <p:spPr>
          <a:xfrm>
            <a:off x="190500" y="1282700"/>
            <a:ext cx="8229600" cy="3644900"/>
          </a:xfrm>
          <a:prstGeom prst="rect">
            <a:avLst/>
          </a:prstGeom>
        </p:spPr>
        <p:txBody>
          <a:bodyPr/>
          <a:lstStyle/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Why do we need them?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Threads vs Processes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Threading Examples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Threading Implementation &amp; Multi-threading Models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Other Threading Issues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cancellation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Signal handling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pools</a:t>
            </a:r>
          </a:p>
          <a:p>
            <a:pPr lvl="2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Thread specific data</a:t>
            </a:r>
          </a:p>
        </p:txBody>
      </p:sp>
      <p:sp>
        <p:nvSpPr>
          <p:cNvPr id="804" name="HW1 out today"/>
          <p:cNvSpPr txBox="1"/>
          <p:nvPr/>
        </p:nvSpPr>
        <p:spPr>
          <a:xfrm>
            <a:off x="266700" y="4838700"/>
            <a:ext cx="530915" cy="471924"/>
          </a:xfrm>
          <a:prstGeom prst="rect">
            <a:avLst/>
          </a:prstGeom>
          <a:ln w="12700">
            <a:miter lim="400000"/>
          </a:ln>
          <a:effectLst>
            <a:outerShdw blurRad="63500" dist="101600" dir="2700000" rotWithShape="0">
              <a:srgbClr val="929292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383540" marR="40639" lvl="1" indent="-342900" defTabSz="914400">
              <a:spcBef>
                <a:spcPts val="500"/>
              </a:spcBef>
              <a:buSzPct val="100000"/>
              <a:buChar char="•"/>
              <a:defRPr sz="2400">
                <a:solidFill>
                  <a:srgbClr val="FF2600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dirty="0"/>
          </a:p>
        </p:txBody>
      </p:sp>
      <p:sp>
        <p:nvSpPr>
          <p:cNvPr id="805" name="Next Lecture: Project-1 Discussion"/>
          <p:cNvSpPr txBox="1"/>
          <p:nvPr/>
        </p:nvSpPr>
        <p:spPr>
          <a:xfrm>
            <a:off x="279400" y="5308600"/>
            <a:ext cx="505267" cy="471924"/>
          </a:xfrm>
          <a:prstGeom prst="rect">
            <a:avLst/>
          </a:prstGeom>
          <a:ln w="12700">
            <a:miter lim="400000"/>
          </a:ln>
          <a:effectLst>
            <a:outerShdw blurRad="63500" dist="101600" dir="2700000" rotWithShape="0">
              <a:srgbClr val="929292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marL="358140" marR="40639" indent="-292100" defTabSz="914400">
              <a:buSzPct val="125000"/>
              <a:buChar char="•"/>
              <a:defRPr sz="2400">
                <a:solidFill>
                  <a:srgbClr val="0433FF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/>
          </a:p>
        </p:txBody>
      </p:sp>
      <p:sp>
        <p:nvSpPr>
          <p:cNvPr id="806" name="Prepare for a Pintos Quiz on Wednesday!"/>
          <p:cNvSpPr txBox="1"/>
          <p:nvPr/>
        </p:nvSpPr>
        <p:spPr>
          <a:xfrm>
            <a:off x="266700" y="5768528"/>
            <a:ext cx="184666" cy="471924"/>
          </a:xfrm>
          <a:prstGeom prst="rect">
            <a:avLst/>
          </a:prstGeom>
          <a:ln w="12700">
            <a:miter lim="400000"/>
          </a:ln>
          <a:effectLst>
            <a:outerShdw blurRad="63500" dist="101600" dir="2700000" rotWithShape="0">
              <a:srgbClr val="929292"/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marL="40640" marR="40639" lvl="1" indent="0" defTabSz="914400">
              <a:spcBef>
                <a:spcPts val="500"/>
              </a:spcBef>
              <a:buSzPct val="100000"/>
              <a:defRPr sz="2400">
                <a:solidFill>
                  <a:srgbClr val="FF2600"/>
                </a:solidFill>
                <a:uFill>
                  <a:solidFill>
                    <a:srgbClr val="727272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dirty="0"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40</a:t>
            </a:fld>
            <a:endParaRPr/>
          </a:p>
        </p:txBody>
      </p:sp>
      <p:sp>
        <p:nvSpPr>
          <p:cNvPr id="813" name="Acknowledg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Acknowledgements</a:t>
            </a:r>
          </a:p>
        </p:txBody>
      </p:sp>
      <p:sp>
        <p:nvSpPr>
          <p:cNvPr id="814" name="“Operating Systems Concepts” book and supplementary material by A. Silberschatz, P. Galvin and G. Gag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“Operating Systems Concepts” book and supplementary material by A. </a:t>
            </a:r>
            <a:r>
              <a:rPr dirty="0" err="1"/>
              <a:t>Silberschatz</a:t>
            </a:r>
            <a:r>
              <a:rPr dirty="0"/>
              <a:t>, P. Galvin and G. Gagne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“Operating Systems: Internals and Design Principles” book and supplementary material by W. Stallings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“Modern Operating Systems” book and supplementary material by A. Tanenbaum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endParaRPr dirty="0"/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lang="en-US" dirty="0"/>
              <a:t>Dr. </a:t>
            </a:r>
            <a:r>
              <a:rPr lang="en-US" dirty="0" err="1"/>
              <a:t>Kosar</a:t>
            </a:r>
            <a:r>
              <a:rPr lang="en-US" dirty="0"/>
              <a:t> from UB, </a:t>
            </a:r>
            <a:r>
              <a:rPr dirty="0"/>
              <a:t>R. </a:t>
            </a:r>
            <a:r>
              <a:rPr dirty="0" err="1"/>
              <a:t>Doursat</a:t>
            </a:r>
            <a:r>
              <a:rPr dirty="0"/>
              <a:t> and M. </a:t>
            </a:r>
            <a:r>
              <a:rPr dirty="0" err="1"/>
              <a:t>Yuksel</a:t>
            </a:r>
            <a:r>
              <a:rPr dirty="0"/>
              <a:t> from UNR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>
            <a:outerShdw blurRad="63500" dist="101600" dir="2700000" rotWithShape="0">
              <a:srgbClr val="D6A800">
                <a:alpha val="7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>
            <a:outerShdw blurRad="63500" dist="101600" dir="2700000" rotWithShape="0">
              <a:srgbClr val="D6A800">
                <a:alpha val="7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17005</TotalTime>
  <Words>2313</Words>
  <Application>Microsoft Macintosh PowerPoint</Application>
  <PresentationFormat>On-screen Show (4:3)</PresentationFormat>
  <Paragraphs>406</Paragraphs>
  <Slides>40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Arial</vt:lpstr>
      <vt:lpstr>Arial Narrow</vt:lpstr>
      <vt:lpstr>Copperplate Gothic Light</vt:lpstr>
      <vt:lpstr>Courier</vt:lpstr>
      <vt:lpstr>Helvetica</vt:lpstr>
      <vt:lpstr>Lucida Grande</vt:lpstr>
      <vt:lpstr>Lucida Handwriting</vt:lpstr>
      <vt:lpstr>Trebuchet MS</vt:lpstr>
      <vt:lpstr>Wingdings</vt:lpstr>
      <vt:lpstr>White</vt:lpstr>
      <vt:lpstr>CSE 521 - Operating Systems Fall 2025</vt:lpstr>
      <vt:lpstr>Roadmap</vt:lpstr>
      <vt:lpstr>Threads</vt:lpstr>
      <vt:lpstr>Why Do we need threads?</vt:lpstr>
      <vt:lpstr>Why Do we need threads?</vt:lpstr>
      <vt:lpstr>Why Do we need threads? Concurrent Programming</vt:lpstr>
      <vt:lpstr>Motivation</vt:lpstr>
      <vt:lpstr>Serial vs Parallel</vt:lpstr>
      <vt:lpstr>Divide and Compute</vt:lpstr>
      <vt:lpstr>Divide and Compute</vt:lpstr>
      <vt:lpstr>Gain from parallelism</vt:lpstr>
      <vt:lpstr>Concurrent Programming</vt:lpstr>
      <vt:lpstr>Benefits of Parallelism</vt:lpstr>
      <vt:lpstr>Why Do we need threads?  Reason 2:</vt:lpstr>
      <vt:lpstr>Threading Benefits</vt:lpstr>
      <vt:lpstr>Multi-threading</vt:lpstr>
      <vt:lpstr>Single and Multithreaded Processes</vt:lpstr>
      <vt:lpstr>New Process Description Model</vt:lpstr>
      <vt:lpstr>Per-process vs per-thread items</vt:lpstr>
      <vt:lpstr>Multi-process model</vt:lpstr>
      <vt:lpstr>Multi-thread model</vt:lpstr>
      <vt:lpstr>Threads vs Processes</vt:lpstr>
      <vt:lpstr>Thread Creation</vt:lpstr>
      <vt:lpstr>Thread Example</vt:lpstr>
      <vt:lpstr>Exercise</vt:lpstr>
      <vt:lpstr>Solution</vt:lpstr>
      <vt:lpstr>Threading Examples</vt:lpstr>
      <vt:lpstr>Threading Examples</vt:lpstr>
      <vt:lpstr>Thread Implementation</vt:lpstr>
      <vt:lpstr>Thread Implementation</vt:lpstr>
      <vt:lpstr>Thread Implementation</vt:lpstr>
      <vt:lpstr>Different Multi-threading Models</vt:lpstr>
      <vt:lpstr>Many-to-One Model</vt:lpstr>
      <vt:lpstr>One-to-One Model</vt:lpstr>
      <vt:lpstr>Many-to-Many Model</vt:lpstr>
      <vt:lpstr>Threading Issues</vt:lpstr>
      <vt:lpstr>Thread Pools</vt:lpstr>
      <vt:lpstr>Semantics of fork() and exec()</vt:lpstr>
      <vt:lpstr>Summary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521 - Operating Systems Fall 2022</dc:title>
  <cp:lastModifiedBy>Nine, MD S Zulkar</cp:lastModifiedBy>
  <cp:revision>13</cp:revision>
  <dcterms:modified xsi:type="dcterms:W3CDTF">2026-02-17T16:28:31Z</dcterms:modified>
</cp:coreProperties>
</file>