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6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65"/>
    <p:restoredTop sz="96405"/>
  </p:normalViewPr>
  <p:slideViewPr>
    <p:cSldViewPr snapToGrid="0">
      <p:cViewPr varScale="1">
        <p:scale>
          <a:sx n="128" d="100"/>
          <a:sy n="128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5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8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9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6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8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5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7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5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10DBC-8371-CC4C-9AF5-71397BC58FC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71470-57EE-D24A-9F13-2AE38C7D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17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C00B-D52D-CB3E-E118-AACB8EBD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CASE 1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8265-F12C-DF5C-3E65-79A18276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Two Processes – p0 and p1</a:t>
            </a:r>
          </a:p>
          <a:p>
            <a:r>
              <a:rPr lang="en-US" dirty="0">
                <a:solidFill>
                  <a:srgbClr val="FFFF00"/>
                </a:solidFill>
              </a:rPr>
              <a:t>p0 has 5 instructions </a:t>
            </a:r>
          </a:p>
          <a:p>
            <a:r>
              <a:rPr lang="en-US" dirty="0">
                <a:solidFill>
                  <a:srgbClr val="FFFF00"/>
                </a:solidFill>
              </a:rPr>
              <a:t>p1 has 4 instructions</a:t>
            </a:r>
          </a:p>
          <a:p>
            <a:r>
              <a:rPr lang="en-US" dirty="0">
                <a:solidFill>
                  <a:srgbClr val="FFFF00"/>
                </a:solidFill>
              </a:rPr>
              <a:t>Every instruction takes 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	one unit CPU time to run</a:t>
            </a:r>
          </a:p>
          <a:p>
            <a:r>
              <a:rPr lang="en-US" dirty="0">
                <a:solidFill>
                  <a:srgbClr val="FFFF00"/>
                </a:solidFill>
              </a:rPr>
              <a:t>Schedule them in One CPU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P0 first, p1 second</a:t>
            </a:r>
          </a:p>
          <a:p>
            <a:r>
              <a:rPr lang="en-US" dirty="0">
                <a:solidFill>
                  <a:srgbClr val="FFFF00"/>
                </a:solidFill>
              </a:rPr>
              <a:t>What is the CPU utilization?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52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51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C00B-D52D-CB3E-E118-AACB8EBD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CASE 3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8265-F12C-DF5C-3E65-79A18276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Two Processes – p0 and p1</a:t>
            </a:r>
          </a:p>
          <a:p>
            <a:r>
              <a:rPr lang="en-US" dirty="0">
                <a:solidFill>
                  <a:srgbClr val="FFFF00"/>
                </a:solidFill>
              </a:rPr>
              <a:t>p0 has 4 CPU instructions </a:t>
            </a:r>
          </a:p>
          <a:p>
            <a:r>
              <a:rPr lang="en-US" dirty="0">
                <a:solidFill>
                  <a:srgbClr val="FFFF00"/>
                </a:solidFill>
              </a:rPr>
              <a:t>p1 has 1 I/O operation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One I/O takes 5 units of time</a:t>
            </a:r>
          </a:p>
          <a:p>
            <a:r>
              <a:rPr lang="en-US" dirty="0">
                <a:solidFill>
                  <a:srgbClr val="FFFF00"/>
                </a:solidFill>
              </a:rPr>
              <a:t>Every CPU instruction takes 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	one unit CPU time to run</a:t>
            </a:r>
          </a:p>
          <a:p>
            <a:r>
              <a:rPr lang="en-US" dirty="0">
                <a:solidFill>
                  <a:srgbClr val="FFFF00"/>
                </a:solidFill>
              </a:rPr>
              <a:t>Schedule them in One CPU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P1 first, p0 second</a:t>
            </a:r>
          </a:p>
          <a:p>
            <a:r>
              <a:rPr lang="en-US" dirty="0">
                <a:solidFill>
                  <a:srgbClr val="FFFF00"/>
                </a:solidFill>
              </a:rPr>
              <a:t>What is the CPU utilization?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6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01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43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5071</TotalTime>
  <Words>100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CASE 1 :</vt:lpstr>
      <vt:lpstr>PowerPoint Presentation</vt:lpstr>
      <vt:lpstr>CASE 3 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Nine, MD S Zulkar</dc:creator>
  <cp:lastModifiedBy>Nine, MD S Zulkar</cp:lastModifiedBy>
  <cp:revision>7</cp:revision>
  <dcterms:created xsi:type="dcterms:W3CDTF">2025-01-28T16:12:43Z</dcterms:created>
  <dcterms:modified xsi:type="dcterms:W3CDTF">2026-01-28T18:45:09Z</dcterms:modified>
</cp:coreProperties>
</file>